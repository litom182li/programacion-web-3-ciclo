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 u="heavy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 u="heavy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 u="heavy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6F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29" y="0"/>
            <a:ext cx="2489736" cy="236970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2512695" cy="2381250"/>
          </a:xfrm>
          <a:custGeom>
            <a:avLst/>
            <a:gdLst/>
            <a:ahLst/>
            <a:cxnLst/>
            <a:rect l="l" t="t" r="r" b="b"/>
            <a:pathLst>
              <a:path w="2512695" h="2381250">
                <a:moveTo>
                  <a:pt x="0" y="0"/>
                </a:moveTo>
                <a:lnTo>
                  <a:pt x="0" y="2381056"/>
                </a:lnTo>
                <a:lnTo>
                  <a:pt x="2512516" y="2381056"/>
                </a:lnTo>
                <a:lnTo>
                  <a:pt x="2512516" y="0"/>
                </a:lnTo>
              </a:path>
            </a:pathLst>
          </a:custGeom>
          <a:ln w="952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 u="heavy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6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7893" y="1006001"/>
            <a:ext cx="15932212" cy="2011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 u="heavy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24746" y="1809165"/>
            <a:ext cx="8484235" cy="657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7221200" y="9215479"/>
            <a:ext cx="379730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s/docs/Web/HTML" TargetMode="External"/><Relationship Id="rId3" Type="http://schemas.openxmlformats.org/officeDocument/2006/relationships/hyperlink" Target="https://developer.mozilla.org/es/docs/Web/CSS" TargetMode="External"/><Relationship Id="rId4" Type="http://schemas.openxmlformats.org/officeDocument/2006/relationships/hyperlink" Target="https://developer.mozilla.org/es/docs/Web/JavaScript" TargetMode="External"/><Relationship Id="rId5" Type="http://schemas.openxmlformats.org/officeDocument/2006/relationships/hyperlink" Target="https://getbootstrap.com/docs/5.3/getting-started/introduction/" TargetMode="External"/><Relationship Id="rId6" Type="http://schemas.openxmlformats.org/officeDocument/2006/relationships/hyperlink" Target="https://nodejs.org/en/docs/" TargetMode="External"/><Relationship Id="rId7" Type="http://schemas.openxmlformats.org/officeDocument/2006/relationships/hyperlink" Target="https://expressjs.com/es/" TargetMode="External"/><Relationship Id="rId8" Type="http://schemas.openxmlformats.org/officeDocument/2006/relationships/hyperlink" Target="https://help.figma.com/hc/en-us/categories/360002042553-" TargetMode="External"/><Relationship Id="rId9" Type="http://schemas.openxmlformats.org/officeDocument/2006/relationships/hyperlink" Target="https://developer.chrome.com/docs/lighthouse/overview" TargetMode="External"/><Relationship Id="rId10" Type="http://schemas.openxmlformats.org/officeDocument/2006/relationships/hyperlink" Target="https://developers.google.com/maps/documentation" TargetMode="External"/><Relationship Id="rId11" Type="http://schemas.openxmlformats.org/officeDocument/2006/relationships/hyperlink" Target="https://datatracker.ietf.org/doc/html/rfc6238" TargetMode="Externa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79164" y="8737382"/>
            <a:ext cx="8609330" cy="520700"/>
          </a:xfrm>
          <a:custGeom>
            <a:avLst/>
            <a:gdLst/>
            <a:ahLst/>
            <a:cxnLst/>
            <a:rect l="l" t="t" r="r" b="b"/>
            <a:pathLst>
              <a:path w="8609330" h="520700">
                <a:moveTo>
                  <a:pt x="6212563" y="1270"/>
                </a:moveTo>
                <a:lnTo>
                  <a:pt x="5720676" y="1270"/>
                </a:lnTo>
                <a:lnTo>
                  <a:pt x="5802385" y="0"/>
                </a:lnTo>
                <a:lnTo>
                  <a:pt x="6130854" y="0"/>
                </a:lnTo>
                <a:lnTo>
                  <a:pt x="6212563" y="1270"/>
                </a:lnTo>
                <a:close/>
              </a:path>
              <a:path w="8609330" h="520700">
                <a:moveTo>
                  <a:pt x="6616749" y="2540"/>
                </a:moveTo>
                <a:lnTo>
                  <a:pt x="5316491" y="2540"/>
                </a:lnTo>
                <a:lnTo>
                  <a:pt x="5396722" y="1270"/>
                </a:lnTo>
                <a:lnTo>
                  <a:pt x="6536517" y="1270"/>
                </a:lnTo>
                <a:lnTo>
                  <a:pt x="6616749" y="2540"/>
                </a:lnTo>
                <a:close/>
              </a:path>
              <a:path w="8609330" h="520700">
                <a:moveTo>
                  <a:pt x="6855515" y="3810"/>
                </a:moveTo>
                <a:lnTo>
                  <a:pt x="5077725" y="3810"/>
                </a:lnTo>
                <a:lnTo>
                  <a:pt x="5156985" y="2540"/>
                </a:lnTo>
                <a:lnTo>
                  <a:pt x="6776255" y="2540"/>
                </a:lnTo>
                <a:lnTo>
                  <a:pt x="6855515" y="3810"/>
                </a:lnTo>
                <a:close/>
              </a:path>
              <a:path w="8609330" h="520700">
                <a:moveTo>
                  <a:pt x="7013013" y="5080"/>
                </a:moveTo>
                <a:lnTo>
                  <a:pt x="4920226" y="5080"/>
                </a:lnTo>
                <a:lnTo>
                  <a:pt x="4998803" y="3810"/>
                </a:lnTo>
                <a:lnTo>
                  <a:pt x="6934437" y="3810"/>
                </a:lnTo>
                <a:lnTo>
                  <a:pt x="7013013" y="5080"/>
                </a:lnTo>
                <a:close/>
              </a:path>
              <a:path w="8609330" h="520700">
                <a:moveTo>
                  <a:pt x="7169102" y="6350"/>
                </a:moveTo>
                <a:lnTo>
                  <a:pt x="4764138" y="6350"/>
                </a:lnTo>
                <a:lnTo>
                  <a:pt x="4842002" y="5080"/>
                </a:lnTo>
                <a:lnTo>
                  <a:pt x="7091237" y="5080"/>
                </a:lnTo>
                <a:lnTo>
                  <a:pt x="7169102" y="6350"/>
                </a:lnTo>
                <a:close/>
              </a:path>
              <a:path w="8609330" h="520700">
                <a:moveTo>
                  <a:pt x="7323724" y="7620"/>
                </a:moveTo>
                <a:lnTo>
                  <a:pt x="4609515" y="7620"/>
                </a:lnTo>
                <a:lnTo>
                  <a:pt x="4686640" y="6350"/>
                </a:lnTo>
                <a:lnTo>
                  <a:pt x="7246600" y="6350"/>
                </a:lnTo>
                <a:lnTo>
                  <a:pt x="7323724" y="7620"/>
                </a:lnTo>
                <a:close/>
              </a:path>
              <a:path w="8609330" h="520700">
                <a:moveTo>
                  <a:pt x="7552784" y="10160"/>
                </a:moveTo>
                <a:lnTo>
                  <a:pt x="4380456" y="10160"/>
                </a:lnTo>
                <a:lnTo>
                  <a:pt x="4532772" y="7620"/>
                </a:lnTo>
                <a:lnTo>
                  <a:pt x="7400468" y="7620"/>
                </a:lnTo>
                <a:lnTo>
                  <a:pt x="7552784" y="10160"/>
                </a:lnTo>
                <a:close/>
              </a:path>
              <a:path w="8609330" h="520700">
                <a:moveTo>
                  <a:pt x="8072849" y="505460"/>
                </a:moveTo>
                <a:lnTo>
                  <a:pt x="3860390" y="505460"/>
                </a:lnTo>
                <a:lnTo>
                  <a:pt x="3644142" y="501650"/>
                </a:lnTo>
                <a:lnTo>
                  <a:pt x="3572996" y="499110"/>
                </a:lnTo>
                <a:lnTo>
                  <a:pt x="3156457" y="491490"/>
                </a:lnTo>
                <a:lnTo>
                  <a:pt x="3088823" y="488950"/>
                </a:lnTo>
                <a:lnTo>
                  <a:pt x="2955152" y="486410"/>
                </a:lnTo>
                <a:lnTo>
                  <a:pt x="2889130" y="483870"/>
                </a:lnTo>
                <a:lnTo>
                  <a:pt x="2758746" y="481330"/>
                </a:lnTo>
                <a:lnTo>
                  <a:pt x="2694400" y="478790"/>
                </a:lnTo>
                <a:lnTo>
                  <a:pt x="2630626" y="477520"/>
                </a:lnTo>
                <a:lnTo>
                  <a:pt x="2567431" y="474980"/>
                </a:lnTo>
                <a:lnTo>
                  <a:pt x="2504824" y="473710"/>
                </a:lnTo>
                <a:lnTo>
                  <a:pt x="2442811" y="471170"/>
                </a:lnTo>
                <a:lnTo>
                  <a:pt x="2381399" y="469900"/>
                </a:lnTo>
                <a:lnTo>
                  <a:pt x="2260408" y="464820"/>
                </a:lnTo>
                <a:lnTo>
                  <a:pt x="2200842" y="463550"/>
                </a:lnTo>
                <a:lnTo>
                  <a:pt x="2083607" y="458470"/>
                </a:lnTo>
                <a:lnTo>
                  <a:pt x="2025952" y="457200"/>
                </a:lnTo>
                <a:lnTo>
                  <a:pt x="1801911" y="447040"/>
                </a:lnTo>
                <a:lnTo>
                  <a:pt x="1747582" y="445770"/>
                </a:lnTo>
                <a:lnTo>
                  <a:pt x="1106361" y="412750"/>
                </a:lnTo>
                <a:lnTo>
                  <a:pt x="1062290" y="408940"/>
                </a:lnTo>
                <a:lnTo>
                  <a:pt x="893936" y="398780"/>
                </a:lnTo>
                <a:lnTo>
                  <a:pt x="853866" y="394970"/>
                </a:lnTo>
                <a:lnTo>
                  <a:pt x="776198" y="389890"/>
                </a:lnTo>
                <a:lnTo>
                  <a:pt x="738615" y="386080"/>
                </a:lnTo>
                <a:lnTo>
                  <a:pt x="665983" y="381000"/>
                </a:lnTo>
                <a:lnTo>
                  <a:pt x="630949" y="377190"/>
                </a:lnTo>
                <a:lnTo>
                  <a:pt x="563481" y="372110"/>
                </a:lnTo>
                <a:lnTo>
                  <a:pt x="531062" y="368300"/>
                </a:lnTo>
                <a:lnTo>
                  <a:pt x="499528" y="365760"/>
                </a:lnTo>
                <a:lnTo>
                  <a:pt x="468886" y="361950"/>
                </a:lnTo>
                <a:lnTo>
                  <a:pt x="439144" y="359410"/>
                </a:lnTo>
                <a:lnTo>
                  <a:pt x="410310" y="355600"/>
                </a:lnTo>
                <a:lnTo>
                  <a:pt x="382389" y="353060"/>
                </a:lnTo>
                <a:lnTo>
                  <a:pt x="355389" y="349250"/>
                </a:lnTo>
                <a:lnTo>
                  <a:pt x="329318" y="346710"/>
                </a:lnTo>
                <a:lnTo>
                  <a:pt x="304182" y="342900"/>
                </a:lnTo>
                <a:lnTo>
                  <a:pt x="279988" y="340360"/>
                </a:lnTo>
                <a:lnTo>
                  <a:pt x="256744" y="336550"/>
                </a:lnTo>
                <a:lnTo>
                  <a:pt x="234457" y="334010"/>
                </a:lnTo>
                <a:lnTo>
                  <a:pt x="192780" y="326390"/>
                </a:lnTo>
                <a:lnTo>
                  <a:pt x="173405" y="323850"/>
                </a:lnTo>
                <a:lnTo>
                  <a:pt x="155016" y="320040"/>
                </a:lnTo>
                <a:lnTo>
                  <a:pt x="137618" y="317500"/>
                </a:lnTo>
                <a:lnTo>
                  <a:pt x="121220" y="313690"/>
                </a:lnTo>
                <a:lnTo>
                  <a:pt x="105828" y="309880"/>
                </a:lnTo>
                <a:lnTo>
                  <a:pt x="91450" y="307340"/>
                </a:lnTo>
                <a:lnTo>
                  <a:pt x="78092" y="303530"/>
                </a:lnTo>
                <a:lnTo>
                  <a:pt x="65763" y="299720"/>
                </a:lnTo>
                <a:lnTo>
                  <a:pt x="54468" y="295910"/>
                </a:lnTo>
                <a:lnTo>
                  <a:pt x="44215" y="293370"/>
                </a:lnTo>
                <a:lnTo>
                  <a:pt x="35011" y="289560"/>
                </a:lnTo>
                <a:lnTo>
                  <a:pt x="26863" y="285750"/>
                </a:lnTo>
                <a:lnTo>
                  <a:pt x="19779" y="281940"/>
                </a:lnTo>
                <a:lnTo>
                  <a:pt x="13765" y="279400"/>
                </a:lnTo>
                <a:lnTo>
                  <a:pt x="0" y="261620"/>
                </a:lnTo>
                <a:lnTo>
                  <a:pt x="555" y="257810"/>
                </a:lnTo>
                <a:lnTo>
                  <a:pt x="19779" y="240030"/>
                </a:lnTo>
                <a:lnTo>
                  <a:pt x="26863" y="236220"/>
                </a:lnTo>
                <a:lnTo>
                  <a:pt x="35011" y="232410"/>
                </a:lnTo>
                <a:lnTo>
                  <a:pt x="44215" y="228600"/>
                </a:lnTo>
                <a:lnTo>
                  <a:pt x="54468" y="226060"/>
                </a:lnTo>
                <a:lnTo>
                  <a:pt x="65763" y="222250"/>
                </a:lnTo>
                <a:lnTo>
                  <a:pt x="78092" y="218440"/>
                </a:lnTo>
                <a:lnTo>
                  <a:pt x="91450" y="215900"/>
                </a:lnTo>
                <a:lnTo>
                  <a:pt x="105828" y="212090"/>
                </a:lnTo>
                <a:lnTo>
                  <a:pt x="121220" y="208280"/>
                </a:lnTo>
                <a:lnTo>
                  <a:pt x="137618" y="205740"/>
                </a:lnTo>
                <a:lnTo>
                  <a:pt x="155016" y="201930"/>
                </a:lnTo>
                <a:lnTo>
                  <a:pt x="173405" y="198120"/>
                </a:lnTo>
                <a:lnTo>
                  <a:pt x="192780" y="195580"/>
                </a:lnTo>
                <a:lnTo>
                  <a:pt x="234457" y="187960"/>
                </a:lnTo>
                <a:lnTo>
                  <a:pt x="256744" y="185420"/>
                </a:lnTo>
                <a:lnTo>
                  <a:pt x="279988" y="181610"/>
                </a:lnTo>
                <a:lnTo>
                  <a:pt x="304182" y="179070"/>
                </a:lnTo>
                <a:lnTo>
                  <a:pt x="329318" y="175260"/>
                </a:lnTo>
                <a:lnTo>
                  <a:pt x="355389" y="172720"/>
                </a:lnTo>
                <a:lnTo>
                  <a:pt x="382389" y="168910"/>
                </a:lnTo>
                <a:lnTo>
                  <a:pt x="410310" y="166370"/>
                </a:lnTo>
                <a:lnTo>
                  <a:pt x="439144" y="162560"/>
                </a:lnTo>
                <a:lnTo>
                  <a:pt x="468886" y="160020"/>
                </a:lnTo>
                <a:lnTo>
                  <a:pt x="499528" y="156210"/>
                </a:lnTo>
                <a:lnTo>
                  <a:pt x="531062" y="153670"/>
                </a:lnTo>
                <a:lnTo>
                  <a:pt x="563481" y="149860"/>
                </a:lnTo>
                <a:lnTo>
                  <a:pt x="630949" y="144780"/>
                </a:lnTo>
                <a:lnTo>
                  <a:pt x="665983" y="140970"/>
                </a:lnTo>
                <a:lnTo>
                  <a:pt x="738615" y="135890"/>
                </a:lnTo>
                <a:lnTo>
                  <a:pt x="776198" y="132080"/>
                </a:lnTo>
                <a:lnTo>
                  <a:pt x="853866" y="127000"/>
                </a:lnTo>
                <a:lnTo>
                  <a:pt x="893936" y="123190"/>
                </a:lnTo>
                <a:lnTo>
                  <a:pt x="1106361" y="110490"/>
                </a:lnTo>
                <a:lnTo>
                  <a:pt x="1151211" y="106680"/>
                </a:lnTo>
                <a:lnTo>
                  <a:pt x="1747582" y="76200"/>
                </a:lnTo>
                <a:lnTo>
                  <a:pt x="1801911" y="74930"/>
                </a:lnTo>
                <a:lnTo>
                  <a:pt x="1968948" y="67310"/>
                </a:lnTo>
                <a:lnTo>
                  <a:pt x="2025952" y="66040"/>
                </a:lnTo>
                <a:lnTo>
                  <a:pt x="2200842" y="58420"/>
                </a:lnTo>
                <a:lnTo>
                  <a:pt x="2260408" y="57150"/>
                </a:lnTo>
                <a:lnTo>
                  <a:pt x="2320596" y="54610"/>
                </a:lnTo>
                <a:lnTo>
                  <a:pt x="2381399" y="53340"/>
                </a:lnTo>
                <a:lnTo>
                  <a:pt x="2504824" y="48260"/>
                </a:lnTo>
                <a:lnTo>
                  <a:pt x="2567431" y="46990"/>
                </a:lnTo>
                <a:lnTo>
                  <a:pt x="2630626" y="44450"/>
                </a:lnTo>
                <a:lnTo>
                  <a:pt x="2758746" y="41910"/>
                </a:lnTo>
                <a:lnTo>
                  <a:pt x="2823659" y="39370"/>
                </a:lnTo>
                <a:lnTo>
                  <a:pt x="2889130" y="38100"/>
                </a:lnTo>
                <a:lnTo>
                  <a:pt x="2955152" y="35560"/>
                </a:lnTo>
                <a:lnTo>
                  <a:pt x="3156457" y="31750"/>
                </a:lnTo>
                <a:lnTo>
                  <a:pt x="3224614" y="29210"/>
                </a:lnTo>
                <a:lnTo>
                  <a:pt x="4304897" y="10160"/>
                </a:lnTo>
                <a:lnTo>
                  <a:pt x="7628342" y="10160"/>
                </a:lnTo>
                <a:lnTo>
                  <a:pt x="8608835" y="27450"/>
                </a:lnTo>
                <a:lnTo>
                  <a:pt x="8608835" y="494562"/>
                </a:lnTo>
                <a:lnTo>
                  <a:pt x="8360244" y="499110"/>
                </a:lnTo>
                <a:lnTo>
                  <a:pt x="8289098" y="501650"/>
                </a:lnTo>
                <a:lnTo>
                  <a:pt x="8072849" y="505460"/>
                </a:lnTo>
                <a:close/>
              </a:path>
              <a:path w="8609330" h="520700">
                <a:moveTo>
                  <a:pt x="7628342" y="511810"/>
                </a:moveTo>
                <a:lnTo>
                  <a:pt x="4304897" y="511810"/>
                </a:lnTo>
                <a:lnTo>
                  <a:pt x="3933387" y="505460"/>
                </a:lnTo>
                <a:lnTo>
                  <a:pt x="7999853" y="505460"/>
                </a:lnTo>
                <a:lnTo>
                  <a:pt x="7628342" y="511810"/>
                </a:lnTo>
                <a:close/>
              </a:path>
              <a:path w="8609330" h="520700">
                <a:moveTo>
                  <a:pt x="7400468" y="514350"/>
                </a:moveTo>
                <a:lnTo>
                  <a:pt x="4532772" y="514350"/>
                </a:lnTo>
                <a:lnTo>
                  <a:pt x="4380456" y="511810"/>
                </a:lnTo>
                <a:lnTo>
                  <a:pt x="7552784" y="511810"/>
                </a:lnTo>
                <a:lnTo>
                  <a:pt x="7400468" y="514350"/>
                </a:lnTo>
                <a:close/>
              </a:path>
              <a:path w="8609330" h="520700">
                <a:moveTo>
                  <a:pt x="7169102" y="516890"/>
                </a:moveTo>
                <a:lnTo>
                  <a:pt x="4764138" y="516890"/>
                </a:lnTo>
                <a:lnTo>
                  <a:pt x="4609515" y="514350"/>
                </a:lnTo>
                <a:lnTo>
                  <a:pt x="7323724" y="514350"/>
                </a:lnTo>
                <a:lnTo>
                  <a:pt x="7169102" y="516890"/>
                </a:lnTo>
                <a:close/>
              </a:path>
              <a:path w="8609330" h="520700">
                <a:moveTo>
                  <a:pt x="7013013" y="518160"/>
                </a:moveTo>
                <a:lnTo>
                  <a:pt x="4920226" y="518160"/>
                </a:lnTo>
                <a:lnTo>
                  <a:pt x="4842002" y="516890"/>
                </a:lnTo>
                <a:lnTo>
                  <a:pt x="7091237" y="516890"/>
                </a:lnTo>
                <a:lnTo>
                  <a:pt x="7013013" y="518160"/>
                </a:lnTo>
                <a:close/>
              </a:path>
              <a:path w="8609330" h="520700">
                <a:moveTo>
                  <a:pt x="6776255" y="519430"/>
                </a:moveTo>
                <a:lnTo>
                  <a:pt x="5156985" y="519430"/>
                </a:lnTo>
                <a:lnTo>
                  <a:pt x="5077725" y="518160"/>
                </a:lnTo>
                <a:lnTo>
                  <a:pt x="6855515" y="518160"/>
                </a:lnTo>
                <a:lnTo>
                  <a:pt x="6776255" y="519430"/>
                </a:lnTo>
                <a:close/>
              </a:path>
              <a:path w="8609330" h="520700">
                <a:moveTo>
                  <a:pt x="6536517" y="520700"/>
                </a:moveTo>
                <a:lnTo>
                  <a:pt x="5396722" y="520700"/>
                </a:lnTo>
                <a:lnTo>
                  <a:pt x="5316491" y="519430"/>
                </a:lnTo>
                <a:lnTo>
                  <a:pt x="6616749" y="519430"/>
                </a:lnTo>
                <a:lnTo>
                  <a:pt x="6536517" y="520700"/>
                </a:lnTo>
                <a:close/>
              </a:path>
            </a:pathLst>
          </a:custGeom>
          <a:solidFill>
            <a:srgbClr val="173262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0173699" y="1453001"/>
            <a:ext cx="8114665" cy="7545070"/>
            <a:chOff x="10173699" y="1453001"/>
            <a:chExt cx="8114665" cy="7545070"/>
          </a:xfrm>
        </p:grpSpPr>
        <p:sp>
          <p:nvSpPr>
            <p:cNvPr id="4" name="object 4"/>
            <p:cNvSpPr/>
            <p:nvPr/>
          </p:nvSpPr>
          <p:spPr>
            <a:xfrm>
              <a:off x="10994139" y="1453001"/>
              <a:ext cx="7294245" cy="5680075"/>
            </a:xfrm>
            <a:custGeom>
              <a:avLst/>
              <a:gdLst/>
              <a:ahLst/>
              <a:cxnLst/>
              <a:rect l="l" t="t" r="r" b="b"/>
              <a:pathLst>
                <a:path w="7294244" h="5680075">
                  <a:moveTo>
                    <a:pt x="7293860" y="5679758"/>
                  </a:moveTo>
                  <a:lnTo>
                    <a:pt x="0" y="5679758"/>
                  </a:lnTo>
                  <a:lnTo>
                    <a:pt x="0" y="428299"/>
                  </a:lnTo>
                  <a:lnTo>
                    <a:pt x="2513" y="381634"/>
                  </a:lnTo>
                  <a:lnTo>
                    <a:pt x="9879" y="336424"/>
                  </a:lnTo>
                  <a:lnTo>
                    <a:pt x="21836" y="292931"/>
                  </a:lnTo>
                  <a:lnTo>
                    <a:pt x="38124" y="251414"/>
                  </a:lnTo>
                  <a:lnTo>
                    <a:pt x="58479" y="212137"/>
                  </a:lnTo>
                  <a:lnTo>
                    <a:pt x="82642" y="175359"/>
                  </a:lnTo>
                  <a:lnTo>
                    <a:pt x="110351" y="141343"/>
                  </a:lnTo>
                  <a:lnTo>
                    <a:pt x="141344" y="110351"/>
                  </a:lnTo>
                  <a:lnTo>
                    <a:pt x="175359" y="82642"/>
                  </a:lnTo>
                  <a:lnTo>
                    <a:pt x="212137" y="58479"/>
                  </a:lnTo>
                  <a:lnTo>
                    <a:pt x="251414" y="38124"/>
                  </a:lnTo>
                  <a:lnTo>
                    <a:pt x="292931" y="21836"/>
                  </a:lnTo>
                  <a:lnTo>
                    <a:pt x="336424" y="9879"/>
                  </a:lnTo>
                  <a:lnTo>
                    <a:pt x="381634" y="2513"/>
                  </a:lnTo>
                  <a:lnTo>
                    <a:pt x="428299" y="0"/>
                  </a:lnTo>
                  <a:lnTo>
                    <a:pt x="7293860" y="0"/>
                  </a:lnTo>
                  <a:lnTo>
                    <a:pt x="7293860" y="444280"/>
                  </a:lnTo>
                  <a:lnTo>
                    <a:pt x="396337" y="444280"/>
                  </a:lnTo>
                  <a:lnTo>
                    <a:pt x="396337" y="5270637"/>
                  </a:lnTo>
                  <a:lnTo>
                    <a:pt x="7293860" y="5270637"/>
                  </a:lnTo>
                  <a:lnTo>
                    <a:pt x="7293860" y="56797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994139" y="7134358"/>
              <a:ext cx="7294245" cy="876300"/>
            </a:xfrm>
            <a:custGeom>
              <a:avLst/>
              <a:gdLst/>
              <a:ahLst/>
              <a:cxnLst/>
              <a:rect l="l" t="t" r="r" b="b"/>
              <a:pathLst>
                <a:path w="7294244" h="876300">
                  <a:moveTo>
                    <a:pt x="7293860" y="875776"/>
                  </a:moveTo>
                  <a:lnTo>
                    <a:pt x="428299" y="875776"/>
                  </a:lnTo>
                  <a:lnTo>
                    <a:pt x="381634" y="873263"/>
                  </a:lnTo>
                  <a:lnTo>
                    <a:pt x="336424" y="865897"/>
                  </a:lnTo>
                  <a:lnTo>
                    <a:pt x="292930" y="853940"/>
                  </a:lnTo>
                  <a:lnTo>
                    <a:pt x="251414" y="837652"/>
                  </a:lnTo>
                  <a:lnTo>
                    <a:pt x="212137" y="817297"/>
                  </a:lnTo>
                  <a:lnTo>
                    <a:pt x="175359" y="793134"/>
                  </a:lnTo>
                  <a:lnTo>
                    <a:pt x="141343" y="765425"/>
                  </a:lnTo>
                  <a:lnTo>
                    <a:pt x="110351" y="734432"/>
                  </a:lnTo>
                  <a:lnTo>
                    <a:pt x="82642" y="700416"/>
                  </a:lnTo>
                  <a:lnTo>
                    <a:pt x="58479" y="663639"/>
                  </a:lnTo>
                  <a:lnTo>
                    <a:pt x="38124" y="624361"/>
                  </a:lnTo>
                  <a:lnTo>
                    <a:pt x="21836" y="582845"/>
                  </a:lnTo>
                  <a:lnTo>
                    <a:pt x="9879" y="539351"/>
                  </a:lnTo>
                  <a:lnTo>
                    <a:pt x="2513" y="494141"/>
                  </a:lnTo>
                  <a:lnTo>
                    <a:pt x="0" y="447477"/>
                  </a:lnTo>
                  <a:lnTo>
                    <a:pt x="0" y="0"/>
                  </a:lnTo>
                  <a:lnTo>
                    <a:pt x="7293860" y="0"/>
                  </a:lnTo>
                  <a:lnTo>
                    <a:pt x="7293860" y="875776"/>
                  </a:lnTo>
                  <a:close/>
                </a:path>
              </a:pathLst>
            </a:custGeom>
            <a:solidFill>
              <a:srgbClr val="5858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058007" y="8010135"/>
              <a:ext cx="3266440" cy="988060"/>
            </a:xfrm>
            <a:custGeom>
              <a:avLst/>
              <a:gdLst/>
              <a:ahLst/>
              <a:cxnLst/>
              <a:rect l="l" t="t" r="r" b="b"/>
              <a:pathLst>
                <a:path w="3266440" h="988059">
                  <a:moveTo>
                    <a:pt x="3255073" y="987644"/>
                  </a:moveTo>
                  <a:lnTo>
                    <a:pt x="11007" y="987644"/>
                  </a:lnTo>
                  <a:lnTo>
                    <a:pt x="5692" y="985846"/>
                  </a:lnTo>
                  <a:lnTo>
                    <a:pt x="149" y="977656"/>
                  </a:lnTo>
                  <a:lnTo>
                    <a:pt x="0" y="967668"/>
                  </a:lnTo>
                  <a:lnTo>
                    <a:pt x="6143" y="958878"/>
                  </a:lnTo>
                  <a:lnTo>
                    <a:pt x="53125" y="939616"/>
                  </a:lnTo>
                  <a:lnTo>
                    <a:pt x="116813" y="929737"/>
                  </a:lnTo>
                  <a:lnTo>
                    <a:pt x="190989" y="921993"/>
                  </a:lnTo>
                  <a:lnTo>
                    <a:pt x="230067" y="916656"/>
                  </a:lnTo>
                  <a:lnTo>
                    <a:pt x="269435" y="909136"/>
                  </a:lnTo>
                  <a:lnTo>
                    <a:pt x="308316" y="898525"/>
                  </a:lnTo>
                  <a:lnTo>
                    <a:pt x="345933" y="883919"/>
                  </a:lnTo>
                  <a:lnTo>
                    <a:pt x="381509" y="864410"/>
                  </a:lnTo>
                  <a:lnTo>
                    <a:pt x="414266" y="839093"/>
                  </a:lnTo>
                  <a:lnTo>
                    <a:pt x="443427" y="807062"/>
                  </a:lnTo>
                  <a:lnTo>
                    <a:pt x="468215" y="767411"/>
                  </a:lnTo>
                  <a:lnTo>
                    <a:pt x="487853" y="719234"/>
                  </a:lnTo>
                  <a:lnTo>
                    <a:pt x="501563" y="661625"/>
                  </a:lnTo>
                  <a:lnTo>
                    <a:pt x="524786" y="475993"/>
                  </a:lnTo>
                  <a:lnTo>
                    <a:pt x="544713" y="257698"/>
                  </a:lnTo>
                  <a:lnTo>
                    <a:pt x="558647" y="75961"/>
                  </a:lnTo>
                  <a:lnTo>
                    <a:pt x="563891" y="0"/>
                  </a:lnTo>
                  <a:lnTo>
                    <a:pt x="2702189" y="0"/>
                  </a:lnTo>
                  <a:lnTo>
                    <a:pt x="2707433" y="75961"/>
                  </a:lnTo>
                  <a:lnTo>
                    <a:pt x="2721367" y="257698"/>
                  </a:lnTo>
                  <a:lnTo>
                    <a:pt x="2741294" y="475993"/>
                  </a:lnTo>
                  <a:lnTo>
                    <a:pt x="2764517" y="661625"/>
                  </a:lnTo>
                  <a:lnTo>
                    <a:pt x="2778228" y="719234"/>
                  </a:lnTo>
                  <a:lnTo>
                    <a:pt x="2797866" y="767411"/>
                  </a:lnTo>
                  <a:lnTo>
                    <a:pt x="2822654" y="807062"/>
                  </a:lnTo>
                  <a:lnTo>
                    <a:pt x="2851815" y="839093"/>
                  </a:lnTo>
                  <a:lnTo>
                    <a:pt x="2884572" y="864410"/>
                  </a:lnTo>
                  <a:lnTo>
                    <a:pt x="2920147" y="883919"/>
                  </a:lnTo>
                  <a:lnTo>
                    <a:pt x="2957764" y="898525"/>
                  </a:lnTo>
                  <a:lnTo>
                    <a:pt x="2996645" y="909136"/>
                  </a:lnTo>
                  <a:lnTo>
                    <a:pt x="3036013" y="916656"/>
                  </a:lnTo>
                  <a:lnTo>
                    <a:pt x="3075091" y="921993"/>
                  </a:lnTo>
                  <a:lnTo>
                    <a:pt x="3149267" y="929737"/>
                  </a:lnTo>
                  <a:lnTo>
                    <a:pt x="3182810" y="933957"/>
                  </a:lnTo>
                  <a:lnTo>
                    <a:pt x="3212955" y="939616"/>
                  </a:lnTo>
                  <a:lnTo>
                    <a:pt x="3238923" y="947621"/>
                  </a:lnTo>
                  <a:lnTo>
                    <a:pt x="3259938" y="958878"/>
                  </a:lnTo>
                  <a:lnTo>
                    <a:pt x="3266081" y="967668"/>
                  </a:lnTo>
                  <a:lnTo>
                    <a:pt x="3265931" y="977656"/>
                  </a:lnTo>
                  <a:lnTo>
                    <a:pt x="3260387" y="985846"/>
                  </a:lnTo>
                  <a:lnTo>
                    <a:pt x="3255073" y="987644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0476" y="1897282"/>
              <a:ext cx="6897523" cy="48263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215720" y="4933795"/>
              <a:ext cx="1980564" cy="4043045"/>
            </a:xfrm>
            <a:custGeom>
              <a:avLst/>
              <a:gdLst/>
              <a:ahLst/>
              <a:cxnLst/>
              <a:rect l="l" t="t" r="r" b="b"/>
              <a:pathLst>
                <a:path w="1980565" h="4043045">
                  <a:moveTo>
                    <a:pt x="1700830" y="4042974"/>
                  </a:moveTo>
                  <a:lnTo>
                    <a:pt x="279136" y="4042974"/>
                  </a:lnTo>
                  <a:lnTo>
                    <a:pt x="233880" y="4039319"/>
                  </a:lnTo>
                  <a:lnTo>
                    <a:pt x="190941" y="4028736"/>
                  </a:lnTo>
                  <a:lnTo>
                    <a:pt x="150895" y="4011801"/>
                  </a:lnTo>
                  <a:lnTo>
                    <a:pt x="114319" y="3989092"/>
                  </a:lnTo>
                  <a:lnTo>
                    <a:pt x="81789" y="3961185"/>
                  </a:lnTo>
                  <a:lnTo>
                    <a:pt x="53882" y="3928655"/>
                  </a:lnTo>
                  <a:lnTo>
                    <a:pt x="31173" y="3892079"/>
                  </a:lnTo>
                  <a:lnTo>
                    <a:pt x="14238" y="3852033"/>
                  </a:lnTo>
                  <a:lnTo>
                    <a:pt x="3655" y="3809094"/>
                  </a:lnTo>
                  <a:lnTo>
                    <a:pt x="0" y="3763838"/>
                  </a:lnTo>
                  <a:lnTo>
                    <a:pt x="0" y="279136"/>
                  </a:lnTo>
                  <a:lnTo>
                    <a:pt x="3655" y="233880"/>
                  </a:lnTo>
                  <a:lnTo>
                    <a:pt x="14238" y="190941"/>
                  </a:lnTo>
                  <a:lnTo>
                    <a:pt x="31173" y="150895"/>
                  </a:lnTo>
                  <a:lnTo>
                    <a:pt x="53882" y="114319"/>
                  </a:lnTo>
                  <a:lnTo>
                    <a:pt x="81789" y="81789"/>
                  </a:lnTo>
                  <a:lnTo>
                    <a:pt x="114319" y="53882"/>
                  </a:lnTo>
                  <a:lnTo>
                    <a:pt x="150895" y="31173"/>
                  </a:lnTo>
                  <a:lnTo>
                    <a:pt x="190941" y="14238"/>
                  </a:lnTo>
                  <a:lnTo>
                    <a:pt x="233880" y="3655"/>
                  </a:lnTo>
                  <a:lnTo>
                    <a:pt x="279136" y="0"/>
                  </a:lnTo>
                  <a:lnTo>
                    <a:pt x="1700830" y="0"/>
                  </a:lnTo>
                  <a:lnTo>
                    <a:pt x="1746086" y="3655"/>
                  </a:lnTo>
                  <a:lnTo>
                    <a:pt x="1789025" y="14238"/>
                  </a:lnTo>
                  <a:lnTo>
                    <a:pt x="1829071" y="31173"/>
                  </a:lnTo>
                  <a:lnTo>
                    <a:pt x="1865647" y="53882"/>
                  </a:lnTo>
                  <a:lnTo>
                    <a:pt x="1898177" y="81789"/>
                  </a:lnTo>
                  <a:lnTo>
                    <a:pt x="1916416" y="103050"/>
                  </a:lnTo>
                  <a:lnTo>
                    <a:pt x="269131" y="103050"/>
                  </a:lnTo>
                  <a:lnTo>
                    <a:pt x="225290" y="108955"/>
                  </a:lnTo>
                  <a:lnTo>
                    <a:pt x="185868" y="125616"/>
                  </a:lnTo>
                  <a:lnTo>
                    <a:pt x="152449" y="151448"/>
                  </a:lnTo>
                  <a:lnTo>
                    <a:pt x="126616" y="184868"/>
                  </a:lnTo>
                  <a:lnTo>
                    <a:pt x="109955" y="224290"/>
                  </a:lnTo>
                  <a:lnTo>
                    <a:pt x="104050" y="268131"/>
                  </a:lnTo>
                  <a:lnTo>
                    <a:pt x="104050" y="3779846"/>
                  </a:lnTo>
                  <a:lnTo>
                    <a:pt x="109955" y="3823686"/>
                  </a:lnTo>
                  <a:lnTo>
                    <a:pt x="126616" y="3863108"/>
                  </a:lnTo>
                  <a:lnTo>
                    <a:pt x="152449" y="3896527"/>
                  </a:lnTo>
                  <a:lnTo>
                    <a:pt x="185868" y="3922359"/>
                  </a:lnTo>
                  <a:lnTo>
                    <a:pt x="225290" y="3939020"/>
                  </a:lnTo>
                  <a:lnTo>
                    <a:pt x="269131" y="3944926"/>
                  </a:lnTo>
                  <a:lnTo>
                    <a:pt x="1912125" y="3944926"/>
                  </a:lnTo>
                  <a:lnTo>
                    <a:pt x="1898177" y="3961185"/>
                  </a:lnTo>
                  <a:lnTo>
                    <a:pt x="1865647" y="3989092"/>
                  </a:lnTo>
                  <a:lnTo>
                    <a:pt x="1829071" y="4011801"/>
                  </a:lnTo>
                  <a:lnTo>
                    <a:pt x="1789025" y="4028736"/>
                  </a:lnTo>
                  <a:lnTo>
                    <a:pt x="1746086" y="4039319"/>
                  </a:lnTo>
                  <a:lnTo>
                    <a:pt x="1700830" y="4042974"/>
                  </a:lnTo>
                  <a:close/>
                </a:path>
                <a:path w="1980565" h="4043045">
                  <a:moveTo>
                    <a:pt x="1440565" y="233880"/>
                  </a:moveTo>
                  <a:lnTo>
                    <a:pt x="541402" y="233880"/>
                  </a:lnTo>
                  <a:lnTo>
                    <a:pt x="511624" y="213729"/>
                  </a:lnTo>
                  <a:lnTo>
                    <a:pt x="491599" y="184136"/>
                  </a:lnTo>
                  <a:lnTo>
                    <a:pt x="484236" y="148072"/>
                  </a:lnTo>
                  <a:lnTo>
                    <a:pt x="484236" y="103050"/>
                  </a:lnTo>
                  <a:lnTo>
                    <a:pt x="1497731" y="103050"/>
                  </a:lnTo>
                  <a:lnTo>
                    <a:pt x="1497731" y="128062"/>
                  </a:lnTo>
                  <a:lnTo>
                    <a:pt x="1227599" y="128062"/>
                  </a:lnTo>
                  <a:lnTo>
                    <a:pt x="1218203" y="130000"/>
                  </a:lnTo>
                  <a:lnTo>
                    <a:pt x="1210215" y="135315"/>
                  </a:lnTo>
                  <a:lnTo>
                    <a:pt x="1209691" y="136066"/>
                  </a:lnTo>
                  <a:lnTo>
                    <a:pt x="849414" y="136066"/>
                  </a:lnTo>
                  <a:lnTo>
                    <a:pt x="841411" y="143069"/>
                  </a:lnTo>
                  <a:lnTo>
                    <a:pt x="841411" y="163079"/>
                  </a:lnTo>
                  <a:lnTo>
                    <a:pt x="849414" y="170082"/>
                  </a:lnTo>
                  <a:lnTo>
                    <a:pt x="1209338" y="170082"/>
                  </a:lnTo>
                  <a:lnTo>
                    <a:pt x="1209840" y="170833"/>
                  </a:lnTo>
                  <a:lnTo>
                    <a:pt x="1217782" y="176148"/>
                  </a:lnTo>
                  <a:lnTo>
                    <a:pt x="1227599" y="178086"/>
                  </a:lnTo>
                  <a:lnTo>
                    <a:pt x="1491603" y="178086"/>
                  </a:lnTo>
                  <a:lnTo>
                    <a:pt x="1490368" y="184136"/>
                  </a:lnTo>
                  <a:lnTo>
                    <a:pt x="1470342" y="213729"/>
                  </a:lnTo>
                  <a:lnTo>
                    <a:pt x="1440565" y="233880"/>
                  </a:lnTo>
                  <a:close/>
                </a:path>
                <a:path w="1980565" h="4043045">
                  <a:moveTo>
                    <a:pt x="1912125" y="3944926"/>
                  </a:moveTo>
                  <a:lnTo>
                    <a:pt x="1712836" y="3944926"/>
                  </a:lnTo>
                  <a:lnTo>
                    <a:pt x="1756677" y="3939020"/>
                  </a:lnTo>
                  <a:lnTo>
                    <a:pt x="1796099" y="3922359"/>
                  </a:lnTo>
                  <a:lnTo>
                    <a:pt x="1829518" y="3896527"/>
                  </a:lnTo>
                  <a:lnTo>
                    <a:pt x="1855350" y="3863108"/>
                  </a:lnTo>
                  <a:lnTo>
                    <a:pt x="1872011" y="3823686"/>
                  </a:lnTo>
                  <a:lnTo>
                    <a:pt x="1877916" y="3779846"/>
                  </a:lnTo>
                  <a:lnTo>
                    <a:pt x="1876916" y="3779846"/>
                  </a:lnTo>
                  <a:lnTo>
                    <a:pt x="1876916" y="268131"/>
                  </a:lnTo>
                  <a:lnTo>
                    <a:pt x="1871011" y="224290"/>
                  </a:lnTo>
                  <a:lnTo>
                    <a:pt x="1854350" y="184868"/>
                  </a:lnTo>
                  <a:lnTo>
                    <a:pt x="1828517" y="151448"/>
                  </a:lnTo>
                  <a:lnTo>
                    <a:pt x="1795098" y="125616"/>
                  </a:lnTo>
                  <a:lnTo>
                    <a:pt x="1755676" y="108955"/>
                  </a:lnTo>
                  <a:lnTo>
                    <a:pt x="1711835" y="103050"/>
                  </a:lnTo>
                  <a:lnTo>
                    <a:pt x="1916416" y="103050"/>
                  </a:lnTo>
                  <a:lnTo>
                    <a:pt x="1948793" y="150895"/>
                  </a:lnTo>
                  <a:lnTo>
                    <a:pt x="1965728" y="190941"/>
                  </a:lnTo>
                  <a:lnTo>
                    <a:pt x="1976311" y="233880"/>
                  </a:lnTo>
                  <a:lnTo>
                    <a:pt x="1979967" y="279136"/>
                  </a:lnTo>
                  <a:lnTo>
                    <a:pt x="1979967" y="3763838"/>
                  </a:lnTo>
                  <a:lnTo>
                    <a:pt x="1976311" y="3809094"/>
                  </a:lnTo>
                  <a:lnTo>
                    <a:pt x="1965728" y="3852033"/>
                  </a:lnTo>
                  <a:lnTo>
                    <a:pt x="1948793" y="3892079"/>
                  </a:lnTo>
                  <a:lnTo>
                    <a:pt x="1926084" y="3928655"/>
                  </a:lnTo>
                  <a:lnTo>
                    <a:pt x="1912125" y="3944926"/>
                  </a:lnTo>
                  <a:close/>
                </a:path>
                <a:path w="1980565" h="4043045">
                  <a:moveTo>
                    <a:pt x="1491603" y="178086"/>
                  </a:moveTo>
                  <a:lnTo>
                    <a:pt x="1227599" y="178086"/>
                  </a:lnTo>
                  <a:lnTo>
                    <a:pt x="1237416" y="176148"/>
                  </a:lnTo>
                  <a:lnTo>
                    <a:pt x="1245358" y="170833"/>
                  </a:lnTo>
                  <a:lnTo>
                    <a:pt x="1250547" y="163079"/>
                  </a:lnTo>
                  <a:lnTo>
                    <a:pt x="1250673" y="162891"/>
                  </a:lnTo>
                  <a:lnTo>
                    <a:pt x="1252611" y="153074"/>
                  </a:lnTo>
                  <a:lnTo>
                    <a:pt x="1250673" y="143257"/>
                  </a:lnTo>
                  <a:lnTo>
                    <a:pt x="1245358" y="135315"/>
                  </a:lnTo>
                  <a:lnTo>
                    <a:pt x="1237416" y="130000"/>
                  </a:lnTo>
                  <a:lnTo>
                    <a:pt x="1227599" y="128062"/>
                  </a:lnTo>
                  <a:lnTo>
                    <a:pt x="1497731" y="128062"/>
                  </a:lnTo>
                  <a:lnTo>
                    <a:pt x="1497731" y="148072"/>
                  </a:lnTo>
                  <a:lnTo>
                    <a:pt x="1491603" y="178086"/>
                  </a:lnTo>
                  <a:close/>
                </a:path>
                <a:path w="1980565" h="4043045">
                  <a:moveTo>
                    <a:pt x="1209338" y="170082"/>
                  </a:moveTo>
                  <a:lnTo>
                    <a:pt x="1107541" y="170082"/>
                  </a:lnTo>
                  <a:lnTo>
                    <a:pt x="1115544" y="163079"/>
                  </a:lnTo>
                  <a:lnTo>
                    <a:pt x="1115544" y="143069"/>
                  </a:lnTo>
                  <a:lnTo>
                    <a:pt x="1107541" y="136066"/>
                  </a:lnTo>
                  <a:lnTo>
                    <a:pt x="1209691" y="136066"/>
                  </a:lnTo>
                  <a:lnTo>
                    <a:pt x="1204666" y="143257"/>
                  </a:lnTo>
                  <a:lnTo>
                    <a:pt x="1202587" y="153074"/>
                  </a:lnTo>
                  <a:lnTo>
                    <a:pt x="1204525" y="162891"/>
                  </a:lnTo>
                  <a:lnTo>
                    <a:pt x="1209338" y="170082"/>
                  </a:lnTo>
                  <a:close/>
                </a:path>
                <a:path w="1980565" h="4043045">
                  <a:moveTo>
                    <a:pt x="1404685" y="241117"/>
                  </a:moveTo>
                  <a:lnTo>
                    <a:pt x="577282" y="241117"/>
                  </a:lnTo>
                  <a:lnTo>
                    <a:pt x="541832" y="233880"/>
                  </a:lnTo>
                  <a:lnTo>
                    <a:pt x="1440135" y="233880"/>
                  </a:lnTo>
                  <a:lnTo>
                    <a:pt x="1404685" y="24111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19770" y="5036844"/>
              <a:ext cx="1772866" cy="38418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57128" y="5061863"/>
              <a:ext cx="411480" cy="50165"/>
            </a:xfrm>
            <a:custGeom>
              <a:avLst/>
              <a:gdLst/>
              <a:ahLst/>
              <a:cxnLst/>
              <a:rect l="l" t="t" r="r" b="b"/>
              <a:pathLst>
                <a:path w="411479" h="50164">
                  <a:moveTo>
                    <a:pt x="274129" y="15011"/>
                  </a:moveTo>
                  <a:lnTo>
                    <a:pt x="266128" y="8001"/>
                  </a:lnTo>
                  <a:lnTo>
                    <a:pt x="8001" y="8001"/>
                  </a:lnTo>
                  <a:lnTo>
                    <a:pt x="0" y="15011"/>
                  </a:lnTo>
                  <a:lnTo>
                    <a:pt x="0" y="35013"/>
                  </a:lnTo>
                  <a:lnTo>
                    <a:pt x="8001" y="42024"/>
                  </a:lnTo>
                  <a:lnTo>
                    <a:pt x="266128" y="42024"/>
                  </a:lnTo>
                  <a:lnTo>
                    <a:pt x="274129" y="35013"/>
                  </a:lnTo>
                  <a:lnTo>
                    <a:pt x="274129" y="15011"/>
                  </a:lnTo>
                  <a:close/>
                </a:path>
                <a:path w="411479" h="50164">
                  <a:moveTo>
                    <a:pt x="411200" y="25006"/>
                  </a:moveTo>
                  <a:lnTo>
                    <a:pt x="409232" y="15278"/>
                  </a:lnTo>
                  <a:lnTo>
                    <a:pt x="403872" y="7327"/>
                  </a:lnTo>
                  <a:lnTo>
                    <a:pt x="395922" y="1968"/>
                  </a:lnTo>
                  <a:lnTo>
                    <a:pt x="386181" y="0"/>
                  </a:lnTo>
                  <a:lnTo>
                    <a:pt x="376453" y="1968"/>
                  </a:lnTo>
                  <a:lnTo>
                    <a:pt x="368503" y="7327"/>
                  </a:lnTo>
                  <a:lnTo>
                    <a:pt x="363143" y="15278"/>
                  </a:lnTo>
                  <a:lnTo>
                    <a:pt x="361175" y="25006"/>
                  </a:lnTo>
                  <a:lnTo>
                    <a:pt x="363143" y="34747"/>
                  </a:lnTo>
                  <a:lnTo>
                    <a:pt x="368503" y="42697"/>
                  </a:lnTo>
                  <a:lnTo>
                    <a:pt x="376453" y="48056"/>
                  </a:lnTo>
                  <a:lnTo>
                    <a:pt x="386181" y="50025"/>
                  </a:lnTo>
                  <a:lnTo>
                    <a:pt x="395922" y="48056"/>
                  </a:lnTo>
                  <a:lnTo>
                    <a:pt x="403872" y="42697"/>
                  </a:lnTo>
                  <a:lnTo>
                    <a:pt x="409232" y="34747"/>
                  </a:lnTo>
                  <a:lnTo>
                    <a:pt x="411200" y="2500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173691" y="5454052"/>
              <a:ext cx="2064385" cy="966469"/>
            </a:xfrm>
            <a:custGeom>
              <a:avLst/>
              <a:gdLst/>
              <a:ahLst/>
              <a:cxnLst/>
              <a:rect l="l" t="t" r="r" b="b"/>
              <a:pathLst>
                <a:path w="2064384" h="966470">
                  <a:moveTo>
                    <a:pt x="22009" y="662330"/>
                  </a:moveTo>
                  <a:lnTo>
                    <a:pt x="13512" y="664083"/>
                  </a:lnTo>
                  <a:lnTo>
                    <a:pt x="6502" y="668832"/>
                  </a:lnTo>
                  <a:lnTo>
                    <a:pt x="1752" y="675830"/>
                  </a:lnTo>
                  <a:lnTo>
                    <a:pt x="0" y="684339"/>
                  </a:lnTo>
                  <a:lnTo>
                    <a:pt x="0" y="944460"/>
                  </a:lnTo>
                  <a:lnTo>
                    <a:pt x="1752" y="952969"/>
                  </a:lnTo>
                  <a:lnTo>
                    <a:pt x="6502" y="959967"/>
                  </a:lnTo>
                  <a:lnTo>
                    <a:pt x="13512" y="964730"/>
                  </a:lnTo>
                  <a:lnTo>
                    <a:pt x="22009" y="966470"/>
                  </a:lnTo>
                  <a:lnTo>
                    <a:pt x="22009" y="662330"/>
                  </a:lnTo>
                  <a:close/>
                </a:path>
                <a:path w="2064384" h="966470">
                  <a:moveTo>
                    <a:pt x="22009" y="293141"/>
                  </a:moveTo>
                  <a:lnTo>
                    <a:pt x="13512" y="294741"/>
                  </a:lnTo>
                  <a:lnTo>
                    <a:pt x="6502" y="299148"/>
                  </a:lnTo>
                  <a:lnTo>
                    <a:pt x="1752" y="305803"/>
                  </a:lnTo>
                  <a:lnTo>
                    <a:pt x="0" y="314159"/>
                  </a:lnTo>
                  <a:lnTo>
                    <a:pt x="0" y="574281"/>
                  </a:lnTo>
                  <a:lnTo>
                    <a:pt x="1752" y="582790"/>
                  </a:lnTo>
                  <a:lnTo>
                    <a:pt x="6502" y="589788"/>
                  </a:lnTo>
                  <a:lnTo>
                    <a:pt x="13512" y="594537"/>
                  </a:lnTo>
                  <a:lnTo>
                    <a:pt x="22009" y="596290"/>
                  </a:lnTo>
                  <a:lnTo>
                    <a:pt x="22009" y="293141"/>
                  </a:lnTo>
                  <a:close/>
                </a:path>
                <a:path w="2064384" h="966470">
                  <a:moveTo>
                    <a:pt x="22009" y="0"/>
                  </a:moveTo>
                  <a:lnTo>
                    <a:pt x="13512" y="1600"/>
                  </a:lnTo>
                  <a:lnTo>
                    <a:pt x="6502" y="6007"/>
                  </a:lnTo>
                  <a:lnTo>
                    <a:pt x="1752" y="12661"/>
                  </a:lnTo>
                  <a:lnTo>
                    <a:pt x="0" y="21018"/>
                  </a:lnTo>
                  <a:lnTo>
                    <a:pt x="0" y="146075"/>
                  </a:lnTo>
                  <a:lnTo>
                    <a:pt x="1752" y="154584"/>
                  </a:lnTo>
                  <a:lnTo>
                    <a:pt x="6502" y="161582"/>
                  </a:lnTo>
                  <a:lnTo>
                    <a:pt x="13512" y="166331"/>
                  </a:lnTo>
                  <a:lnTo>
                    <a:pt x="22009" y="168084"/>
                  </a:lnTo>
                  <a:lnTo>
                    <a:pt x="22009" y="0"/>
                  </a:lnTo>
                  <a:close/>
                </a:path>
                <a:path w="2064384" h="966470">
                  <a:moveTo>
                    <a:pt x="2064016" y="415201"/>
                  </a:moveTo>
                  <a:lnTo>
                    <a:pt x="2062264" y="406704"/>
                  </a:lnTo>
                  <a:lnTo>
                    <a:pt x="2057514" y="399694"/>
                  </a:lnTo>
                  <a:lnTo>
                    <a:pt x="2050503" y="394944"/>
                  </a:lnTo>
                  <a:lnTo>
                    <a:pt x="2041994" y="393192"/>
                  </a:lnTo>
                  <a:lnTo>
                    <a:pt x="2041994" y="880427"/>
                  </a:lnTo>
                  <a:lnTo>
                    <a:pt x="2050503" y="878687"/>
                  </a:lnTo>
                  <a:lnTo>
                    <a:pt x="2057514" y="873925"/>
                  </a:lnTo>
                  <a:lnTo>
                    <a:pt x="2062264" y="866927"/>
                  </a:lnTo>
                  <a:lnTo>
                    <a:pt x="2064016" y="858418"/>
                  </a:lnTo>
                  <a:lnTo>
                    <a:pt x="2064016" y="415201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195711" y="4913785"/>
              <a:ext cx="2020570" cy="4083050"/>
            </a:xfrm>
            <a:custGeom>
              <a:avLst/>
              <a:gdLst/>
              <a:ahLst/>
              <a:cxnLst/>
              <a:rect l="l" t="t" r="r" b="b"/>
              <a:pathLst>
                <a:path w="2020570" h="4083050">
                  <a:moveTo>
                    <a:pt x="1720840" y="4082994"/>
                  </a:moveTo>
                  <a:lnTo>
                    <a:pt x="299145" y="4082994"/>
                  </a:lnTo>
                  <a:lnTo>
                    <a:pt x="250655" y="4079075"/>
                  </a:lnTo>
                  <a:lnTo>
                    <a:pt x="204643" y="4067730"/>
                  </a:lnTo>
                  <a:lnTo>
                    <a:pt x="161729" y="4049578"/>
                  </a:lnTo>
                  <a:lnTo>
                    <a:pt x="122531" y="4025238"/>
                  </a:lnTo>
                  <a:lnTo>
                    <a:pt x="87667" y="3995326"/>
                  </a:lnTo>
                  <a:lnTo>
                    <a:pt x="57756" y="3960462"/>
                  </a:lnTo>
                  <a:lnTo>
                    <a:pt x="33415" y="3921264"/>
                  </a:lnTo>
                  <a:lnTo>
                    <a:pt x="15263" y="3878350"/>
                  </a:lnTo>
                  <a:lnTo>
                    <a:pt x="3918" y="3832339"/>
                  </a:lnTo>
                  <a:lnTo>
                    <a:pt x="80" y="3784849"/>
                  </a:lnTo>
                  <a:lnTo>
                    <a:pt x="0" y="299146"/>
                  </a:lnTo>
                  <a:lnTo>
                    <a:pt x="375" y="283998"/>
                  </a:lnTo>
                  <a:lnTo>
                    <a:pt x="6002" y="239117"/>
                  </a:lnTo>
                  <a:lnTo>
                    <a:pt x="16792" y="199753"/>
                  </a:lnTo>
                  <a:lnTo>
                    <a:pt x="33187" y="162923"/>
                  </a:lnTo>
                  <a:lnTo>
                    <a:pt x="55698" y="126061"/>
                  </a:lnTo>
                  <a:lnTo>
                    <a:pt x="80570" y="94733"/>
                  </a:lnTo>
                  <a:lnTo>
                    <a:pt x="93295" y="82384"/>
                  </a:lnTo>
                  <a:lnTo>
                    <a:pt x="103800" y="72691"/>
                  </a:lnTo>
                  <a:lnTo>
                    <a:pt x="150151" y="39675"/>
                  </a:lnTo>
                  <a:lnTo>
                    <a:pt x="196220" y="18258"/>
                  </a:lnTo>
                  <a:lnTo>
                    <a:pt x="246229" y="4721"/>
                  </a:lnTo>
                  <a:lnTo>
                    <a:pt x="299145" y="0"/>
                  </a:lnTo>
                  <a:lnTo>
                    <a:pt x="1721840" y="0"/>
                  </a:lnTo>
                  <a:lnTo>
                    <a:pt x="1774616" y="4580"/>
                  </a:lnTo>
                  <a:lnTo>
                    <a:pt x="1824391" y="17883"/>
                  </a:lnTo>
                  <a:lnTo>
                    <a:pt x="1828970" y="20010"/>
                  </a:lnTo>
                  <a:lnTo>
                    <a:pt x="299145" y="20010"/>
                  </a:lnTo>
                  <a:lnTo>
                    <a:pt x="253889" y="23666"/>
                  </a:lnTo>
                  <a:lnTo>
                    <a:pt x="210950" y="34256"/>
                  </a:lnTo>
                  <a:lnTo>
                    <a:pt x="170905" y="51210"/>
                  </a:lnTo>
                  <a:lnTo>
                    <a:pt x="134329" y="73956"/>
                  </a:lnTo>
                  <a:lnTo>
                    <a:pt x="101799" y="101924"/>
                  </a:lnTo>
                  <a:lnTo>
                    <a:pt x="73892" y="134545"/>
                  </a:lnTo>
                  <a:lnTo>
                    <a:pt x="51183" y="171248"/>
                  </a:lnTo>
                  <a:lnTo>
                    <a:pt x="34248" y="211463"/>
                  </a:lnTo>
                  <a:lnTo>
                    <a:pt x="23665" y="254619"/>
                  </a:lnTo>
                  <a:lnTo>
                    <a:pt x="20090" y="299146"/>
                  </a:lnTo>
                  <a:lnTo>
                    <a:pt x="20009" y="3784849"/>
                  </a:lnTo>
                  <a:lnTo>
                    <a:pt x="23665" y="3830105"/>
                  </a:lnTo>
                  <a:lnTo>
                    <a:pt x="34248" y="3873044"/>
                  </a:lnTo>
                  <a:lnTo>
                    <a:pt x="51183" y="3913089"/>
                  </a:lnTo>
                  <a:lnTo>
                    <a:pt x="73892" y="3949665"/>
                  </a:lnTo>
                  <a:lnTo>
                    <a:pt x="101799" y="3982195"/>
                  </a:lnTo>
                  <a:lnTo>
                    <a:pt x="134329" y="4010102"/>
                  </a:lnTo>
                  <a:lnTo>
                    <a:pt x="170905" y="4032811"/>
                  </a:lnTo>
                  <a:lnTo>
                    <a:pt x="210950" y="4049746"/>
                  </a:lnTo>
                  <a:lnTo>
                    <a:pt x="253889" y="4060329"/>
                  </a:lnTo>
                  <a:lnTo>
                    <a:pt x="299145" y="4063985"/>
                  </a:lnTo>
                  <a:lnTo>
                    <a:pt x="1824198" y="4063985"/>
                  </a:lnTo>
                  <a:lnTo>
                    <a:pt x="1815342" y="4067730"/>
                  </a:lnTo>
                  <a:lnTo>
                    <a:pt x="1769331" y="4079075"/>
                  </a:lnTo>
                  <a:lnTo>
                    <a:pt x="1720840" y="4082994"/>
                  </a:lnTo>
                  <a:close/>
                </a:path>
                <a:path w="2020570" h="4083050">
                  <a:moveTo>
                    <a:pt x="1824198" y="4063985"/>
                  </a:moveTo>
                  <a:lnTo>
                    <a:pt x="1720840" y="4063985"/>
                  </a:lnTo>
                  <a:lnTo>
                    <a:pt x="1766096" y="4060329"/>
                  </a:lnTo>
                  <a:lnTo>
                    <a:pt x="1809035" y="4049746"/>
                  </a:lnTo>
                  <a:lnTo>
                    <a:pt x="1849081" y="4032811"/>
                  </a:lnTo>
                  <a:lnTo>
                    <a:pt x="1885656" y="4010102"/>
                  </a:lnTo>
                  <a:lnTo>
                    <a:pt x="1918186" y="3982195"/>
                  </a:lnTo>
                  <a:lnTo>
                    <a:pt x="1946094" y="3949665"/>
                  </a:lnTo>
                  <a:lnTo>
                    <a:pt x="1968803" y="3913089"/>
                  </a:lnTo>
                  <a:lnTo>
                    <a:pt x="1985737" y="3873044"/>
                  </a:lnTo>
                  <a:lnTo>
                    <a:pt x="1996321" y="3830105"/>
                  </a:lnTo>
                  <a:lnTo>
                    <a:pt x="1999976" y="3784849"/>
                  </a:lnTo>
                  <a:lnTo>
                    <a:pt x="1999976" y="299146"/>
                  </a:lnTo>
                  <a:lnTo>
                    <a:pt x="1996379" y="254619"/>
                  </a:lnTo>
                  <a:lnTo>
                    <a:pt x="1985864" y="211463"/>
                  </a:lnTo>
                  <a:lnTo>
                    <a:pt x="1968803" y="170905"/>
                  </a:lnTo>
                  <a:lnTo>
                    <a:pt x="1946094" y="134329"/>
                  </a:lnTo>
                  <a:lnTo>
                    <a:pt x="1918294" y="101924"/>
                  </a:lnTo>
                  <a:lnTo>
                    <a:pt x="1885731" y="73956"/>
                  </a:lnTo>
                  <a:lnTo>
                    <a:pt x="1849124" y="51210"/>
                  </a:lnTo>
                  <a:lnTo>
                    <a:pt x="1809054" y="34256"/>
                  </a:lnTo>
                  <a:lnTo>
                    <a:pt x="1766100" y="23666"/>
                  </a:lnTo>
                  <a:lnTo>
                    <a:pt x="1720840" y="20010"/>
                  </a:lnTo>
                  <a:lnTo>
                    <a:pt x="1828970" y="20010"/>
                  </a:lnTo>
                  <a:lnTo>
                    <a:pt x="1870413" y="39253"/>
                  </a:lnTo>
                  <a:lnTo>
                    <a:pt x="1911933" y="68033"/>
                  </a:lnTo>
                  <a:lnTo>
                    <a:pt x="1940275" y="95155"/>
                  </a:lnTo>
                  <a:lnTo>
                    <a:pt x="1965287" y="126061"/>
                  </a:lnTo>
                  <a:lnTo>
                    <a:pt x="1987799" y="162501"/>
                  </a:lnTo>
                  <a:lnTo>
                    <a:pt x="2003627" y="199613"/>
                  </a:lnTo>
                  <a:lnTo>
                    <a:pt x="2013983" y="239117"/>
                  </a:lnTo>
                  <a:lnTo>
                    <a:pt x="2019611" y="283576"/>
                  </a:lnTo>
                  <a:lnTo>
                    <a:pt x="2019986" y="299146"/>
                  </a:lnTo>
                  <a:lnTo>
                    <a:pt x="2019905" y="3784849"/>
                  </a:lnTo>
                  <a:lnTo>
                    <a:pt x="2016067" y="3832339"/>
                  </a:lnTo>
                  <a:lnTo>
                    <a:pt x="2004723" y="3878350"/>
                  </a:lnTo>
                  <a:lnTo>
                    <a:pt x="1986571" y="3921264"/>
                  </a:lnTo>
                  <a:lnTo>
                    <a:pt x="1962230" y="3960462"/>
                  </a:lnTo>
                  <a:lnTo>
                    <a:pt x="1932318" y="3995326"/>
                  </a:lnTo>
                  <a:lnTo>
                    <a:pt x="1897454" y="4025238"/>
                  </a:lnTo>
                  <a:lnTo>
                    <a:pt x="1858256" y="4049578"/>
                  </a:lnTo>
                  <a:lnTo>
                    <a:pt x="1824198" y="406398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2045950" y="2192077"/>
            <a:ext cx="4272915" cy="2254250"/>
          </a:xfrm>
          <a:prstGeom prst="rect"/>
        </p:spPr>
        <p:txBody>
          <a:bodyPr wrap="square" lIns="0" tIns="43815" rIns="0" bIns="0" rtlCol="0" vert="horz">
            <a:spAutoFit/>
          </a:bodyPr>
          <a:lstStyle/>
          <a:p>
            <a:pPr marL="189230" marR="5080" indent="-177165">
              <a:lnSpc>
                <a:spcPts val="8700"/>
              </a:lnSpc>
              <a:spcBef>
                <a:spcPts val="345"/>
              </a:spcBef>
            </a:pPr>
            <a:r>
              <a:rPr dirty="0" u="none" sz="7350" spc="980" b="0">
                <a:latin typeface="Arial MT"/>
                <a:cs typeface="Arial MT"/>
              </a:rPr>
              <a:t>ONLINE </a:t>
            </a:r>
            <a:r>
              <a:rPr dirty="0" u="none" sz="7350" spc="1019" b="0">
                <a:latin typeface="Arial MT"/>
                <a:cs typeface="Arial MT"/>
              </a:rPr>
              <a:t>STORE</a:t>
            </a:r>
            <a:endParaRPr sz="73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2458" y="1089140"/>
            <a:ext cx="6499860" cy="720090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2503805" marR="5080" indent="-2491740">
              <a:lnSpc>
                <a:spcPct val="74500"/>
              </a:lnSpc>
              <a:spcBef>
                <a:spcPts val="915"/>
              </a:spcBef>
            </a:pPr>
            <a:r>
              <a:rPr dirty="0" sz="2600" spc="-70" b="1">
                <a:solidFill>
                  <a:srgbClr val="74751B"/>
                </a:solidFill>
                <a:latin typeface="Verdana"/>
                <a:cs typeface="Verdana"/>
              </a:rPr>
              <a:t>U</a:t>
            </a:r>
            <a:r>
              <a:rPr dirty="0" sz="2600" spc="-36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95" b="1">
                <a:solidFill>
                  <a:srgbClr val="74751B"/>
                </a:solidFill>
                <a:latin typeface="Verdana"/>
                <a:cs typeface="Verdana"/>
              </a:rPr>
              <a:t>N</a:t>
            </a:r>
            <a:r>
              <a:rPr dirty="0" sz="2600" spc="-36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570" b="1">
                <a:solidFill>
                  <a:srgbClr val="74751B"/>
                </a:solidFill>
                <a:latin typeface="Verdana"/>
                <a:cs typeface="Verdana"/>
              </a:rPr>
              <a:t>I</a:t>
            </a:r>
            <a:r>
              <a:rPr dirty="0" sz="2600" spc="-35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45" b="1">
                <a:solidFill>
                  <a:srgbClr val="74751B"/>
                </a:solidFill>
                <a:latin typeface="Verdana"/>
                <a:cs typeface="Verdana"/>
              </a:rPr>
              <a:t>V</a:t>
            </a:r>
            <a:r>
              <a:rPr dirty="0" sz="2600" spc="-36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25" b="1">
                <a:solidFill>
                  <a:srgbClr val="74751B"/>
                </a:solidFill>
                <a:latin typeface="Verdana"/>
                <a:cs typeface="Verdana"/>
              </a:rPr>
              <a:t>E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130" b="1">
                <a:solidFill>
                  <a:srgbClr val="74751B"/>
                </a:solidFill>
                <a:latin typeface="Verdana"/>
                <a:cs typeface="Verdana"/>
              </a:rPr>
              <a:t>R</a:t>
            </a:r>
            <a:r>
              <a:rPr dirty="0" sz="2600" spc="-36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185" b="1">
                <a:solidFill>
                  <a:srgbClr val="74751B"/>
                </a:solidFill>
                <a:latin typeface="Verdana"/>
                <a:cs typeface="Verdana"/>
              </a:rPr>
              <a:t>S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570" b="1">
                <a:solidFill>
                  <a:srgbClr val="74751B"/>
                </a:solidFill>
                <a:latin typeface="Verdana"/>
                <a:cs typeface="Verdana"/>
              </a:rPr>
              <a:t>I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b="1">
                <a:solidFill>
                  <a:srgbClr val="74751B"/>
                </a:solidFill>
                <a:latin typeface="Verdana"/>
                <a:cs typeface="Verdana"/>
              </a:rPr>
              <a:t>D</a:t>
            </a:r>
            <a:r>
              <a:rPr dirty="0" sz="2600" spc="-36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30" b="1">
                <a:solidFill>
                  <a:srgbClr val="74751B"/>
                </a:solidFill>
                <a:latin typeface="Verdana"/>
                <a:cs typeface="Verdana"/>
              </a:rPr>
              <a:t>A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b="1">
                <a:solidFill>
                  <a:srgbClr val="74751B"/>
                </a:solidFill>
                <a:latin typeface="Verdana"/>
                <a:cs typeface="Verdana"/>
              </a:rPr>
              <a:t>D</a:t>
            </a:r>
            <a:r>
              <a:rPr dirty="0" sz="2600" spc="10" b="1">
                <a:solidFill>
                  <a:srgbClr val="74751B"/>
                </a:solidFill>
                <a:latin typeface="Verdana"/>
                <a:cs typeface="Verdana"/>
              </a:rPr>
              <a:t>  </a:t>
            </a:r>
            <a:r>
              <a:rPr dirty="0" sz="2600" b="1">
                <a:solidFill>
                  <a:srgbClr val="74751B"/>
                </a:solidFill>
                <a:latin typeface="Verdana"/>
                <a:cs typeface="Verdana"/>
              </a:rPr>
              <a:t>P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130" b="1">
                <a:solidFill>
                  <a:srgbClr val="74751B"/>
                </a:solidFill>
                <a:latin typeface="Verdana"/>
                <a:cs typeface="Verdana"/>
              </a:rPr>
              <a:t>R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570" b="1">
                <a:solidFill>
                  <a:srgbClr val="74751B"/>
                </a:solidFill>
                <a:latin typeface="Verdana"/>
                <a:cs typeface="Verdana"/>
              </a:rPr>
              <a:t>I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45" b="1">
                <a:solidFill>
                  <a:srgbClr val="74751B"/>
                </a:solidFill>
                <a:latin typeface="Verdana"/>
                <a:cs typeface="Verdana"/>
              </a:rPr>
              <a:t>V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30" b="1">
                <a:solidFill>
                  <a:srgbClr val="74751B"/>
                </a:solidFill>
                <a:latin typeface="Verdana"/>
                <a:cs typeface="Verdana"/>
              </a:rPr>
              <a:t>A</a:t>
            </a:r>
            <a:r>
              <a:rPr dirty="0" sz="2600" spc="-36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b="1">
                <a:solidFill>
                  <a:srgbClr val="74751B"/>
                </a:solidFill>
                <a:latin typeface="Verdana"/>
                <a:cs typeface="Verdana"/>
              </a:rPr>
              <a:t>D</a:t>
            </a:r>
            <a:r>
              <a:rPr dirty="0" sz="2600" spc="-36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b="1">
                <a:solidFill>
                  <a:srgbClr val="74751B"/>
                </a:solidFill>
                <a:latin typeface="Verdana"/>
                <a:cs typeface="Verdana"/>
              </a:rPr>
              <a:t>A</a:t>
            </a:r>
            <a:r>
              <a:rPr dirty="0" sz="2600" spc="10" b="1">
                <a:solidFill>
                  <a:srgbClr val="74751B"/>
                </a:solidFill>
                <a:latin typeface="Verdana"/>
                <a:cs typeface="Verdana"/>
              </a:rPr>
              <a:t>  </a:t>
            </a:r>
            <a:r>
              <a:rPr dirty="0" sz="2600" b="1">
                <a:solidFill>
                  <a:srgbClr val="74751B"/>
                </a:solidFill>
                <a:latin typeface="Verdana"/>
                <a:cs typeface="Verdana"/>
              </a:rPr>
              <a:t>D</a:t>
            </a:r>
            <a:r>
              <a:rPr dirty="0" sz="2600" spc="-35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25" b="1">
                <a:solidFill>
                  <a:srgbClr val="74751B"/>
                </a:solidFill>
                <a:latin typeface="Verdana"/>
                <a:cs typeface="Verdana"/>
              </a:rPr>
              <a:t>E</a:t>
            </a:r>
            <a:r>
              <a:rPr dirty="0" sz="2600" spc="-36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50" b="1">
                <a:solidFill>
                  <a:srgbClr val="74751B"/>
                </a:solidFill>
                <a:latin typeface="Verdana"/>
                <a:cs typeface="Verdana"/>
              </a:rPr>
              <a:t>L </a:t>
            </a:r>
            <a:r>
              <a:rPr dirty="0" sz="2600" spc="-95" b="1">
                <a:solidFill>
                  <a:srgbClr val="74751B"/>
                </a:solidFill>
                <a:latin typeface="Verdana"/>
                <a:cs typeface="Verdana"/>
              </a:rPr>
              <a:t>N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30" b="1">
                <a:solidFill>
                  <a:srgbClr val="74751B"/>
                </a:solidFill>
                <a:latin typeface="Verdana"/>
                <a:cs typeface="Verdana"/>
              </a:rPr>
              <a:t>O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130" b="1">
                <a:solidFill>
                  <a:srgbClr val="74751B"/>
                </a:solidFill>
                <a:latin typeface="Verdana"/>
                <a:cs typeface="Verdana"/>
              </a:rPr>
              <a:t>R</a:t>
            </a:r>
            <a:r>
              <a:rPr dirty="0" sz="2600" spc="-355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165" b="1">
                <a:solidFill>
                  <a:srgbClr val="74751B"/>
                </a:solidFill>
                <a:latin typeface="Verdana"/>
                <a:cs typeface="Verdana"/>
              </a:rPr>
              <a:t>T</a:t>
            </a:r>
            <a:r>
              <a:rPr dirty="0" sz="2600" spc="-360" b="1">
                <a:solidFill>
                  <a:srgbClr val="74751B"/>
                </a:solidFill>
                <a:latin typeface="Verdana"/>
                <a:cs typeface="Verdana"/>
              </a:rPr>
              <a:t> </a:t>
            </a:r>
            <a:r>
              <a:rPr dirty="0" sz="2600" spc="-50" b="1">
                <a:solidFill>
                  <a:srgbClr val="74751B"/>
                </a:solidFill>
                <a:latin typeface="Verdana"/>
                <a:cs typeface="Verdana"/>
              </a:rPr>
              <a:t>E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3588" y="4651421"/>
            <a:ext cx="5733415" cy="3860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R="137795">
              <a:lnSpc>
                <a:spcPct val="100000"/>
              </a:lnSpc>
              <a:spcBef>
                <a:spcPts val="135"/>
              </a:spcBef>
            </a:pPr>
            <a:r>
              <a:rPr dirty="0" sz="5000" spc="90" b="1">
                <a:latin typeface="Verdana"/>
                <a:cs typeface="Verdana"/>
              </a:rPr>
              <a:t>PROJECT</a:t>
            </a:r>
            <a:endParaRPr sz="5000">
              <a:latin typeface="Verdana"/>
              <a:cs typeface="Verdana"/>
            </a:endParaRPr>
          </a:p>
          <a:p>
            <a:pPr algn="ctr" marR="15240">
              <a:lnSpc>
                <a:spcPct val="100000"/>
              </a:lnSpc>
              <a:spcBef>
                <a:spcPts val="5080"/>
              </a:spcBef>
            </a:pPr>
            <a:r>
              <a:rPr dirty="0" sz="2600" b="1">
                <a:latin typeface="Times New Roman"/>
                <a:cs typeface="Times New Roman"/>
              </a:rPr>
              <a:t>D</a:t>
            </a:r>
            <a:r>
              <a:rPr dirty="0" sz="2600" spc="-13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O</a:t>
            </a:r>
            <a:r>
              <a:rPr dirty="0" sz="2600" spc="-13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C</a:t>
            </a:r>
            <a:r>
              <a:rPr dirty="0" sz="2600" spc="-13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E</a:t>
            </a:r>
            <a:r>
              <a:rPr dirty="0" sz="2600" spc="-13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N</a:t>
            </a:r>
            <a:r>
              <a:rPr dirty="0" sz="2600" spc="-13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T</a:t>
            </a:r>
            <a:r>
              <a:rPr dirty="0" sz="2600" spc="-130" b="1">
                <a:latin typeface="Times New Roman"/>
                <a:cs typeface="Times New Roman"/>
              </a:rPr>
              <a:t> </a:t>
            </a:r>
            <a:r>
              <a:rPr dirty="0" sz="2600" spc="-50" b="1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35"/>
              </a:spcBef>
            </a:pPr>
            <a:r>
              <a:rPr dirty="0" sz="2600">
                <a:latin typeface="Times New Roman"/>
                <a:cs typeface="Times New Roman"/>
              </a:rPr>
              <a:t>V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C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T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R</a:t>
            </a:r>
            <a:r>
              <a:rPr dirty="0" sz="2600" spc="10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J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</a:t>
            </a:r>
            <a:r>
              <a:rPr dirty="0" sz="2600" spc="-3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</a:t>
            </a:r>
            <a:r>
              <a:rPr dirty="0" sz="2600" spc="10">
                <a:latin typeface="Times New Roman"/>
                <a:cs typeface="Times New Roman"/>
              </a:rPr>
              <a:t>  </a:t>
            </a:r>
            <a:r>
              <a:rPr dirty="0" sz="2600" spc="-20">
                <a:latin typeface="Times New Roman"/>
                <a:cs typeface="Times New Roman"/>
              </a:rPr>
              <a:t>P</a:t>
            </a:r>
            <a:r>
              <a:rPr dirty="0" sz="2600" spc="-3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L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</a:t>
            </a:r>
            <a:r>
              <a:rPr dirty="0" sz="2600" spc="10">
                <a:latin typeface="Times New Roman"/>
                <a:cs typeface="Times New Roman"/>
              </a:rPr>
              <a:t>  </a:t>
            </a:r>
            <a:r>
              <a:rPr dirty="0" sz="2600" spc="-25">
                <a:latin typeface="Times New Roman"/>
                <a:cs typeface="Times New Roman"/>
              </a:rPr>
              <a:t>R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R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O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600">
              <a:latin typeface="Times New Roman"/>
              <a:cs typeface="Times New Roman"/>
            </a:endParaRPr>
          </a:p>
          <a:p>
            <a:pPr algn="ctr" marR="12700">
              <a:lnSpc>
                <a:spcPct val="100000"/>
              </a:lnSpc>
            </a:pPr>
            <a:r>
              <a:rPr dirty="0" sz="2500" b="1">
                <a:latin typeface="Times New Roman"/>
                <a:cs typeface="Times New Roman"/>
              </a:rPr>
              <a:t>C</a:t>
            </a:r>
            <a:r>
              <a:rPr dirty="0" sz="2500" spc="-110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U</a:t>
            </a:r>
            <a:r>
              <a:rPr dirty="0" sz="2500" spc="-10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R</a:t>
            </a:r>
            <a:r>
              <a:rPr dirty="0" sz="2500" spc="-105" b="1">
                <a:latin typeface="Times New Roman"/>
                <a:cs typeface="Times New Roman"/>
              </a:rPr>
              <a:t> </a:t>
            </a:r>
            <a:r>
              <a:rPr dirty="0" sz="2500" b="1">
                <a:latin typeface="Times New Roman"/>
                <a:cs typeface="Times New Roman"/>
              </a:rPr>
              <a:t>S</a:t>
            </a:r>
            <a:r>
              <a:rPr dirty="0" sz="2500" spc="-110" b="1">
                <a:latin typeface="Times New Roman"/>
                <a:cs typeface="Times New Roman"/>
              </a:rPr>
              <a:t> </a:t>
            </a:r>
            <a:r>
              <a:rPr dirty="0" sz="2500" spc="-50" b="1">
                <a:latin typeface="Times New Roman"/>
                <a:cs typeface="Times New Roman"/>
              </a:rPr>
              <a:t>O</a:t>
            </a:r>
            <a:endParaRPr sz="2500">
              <a:latin typeface="Times New Roman"/>
              <a:cs typeface="Times New Roman"/>
            </a:endParaRPr>
          </a:p>
          <a:p>
            <a:pPr algn="ctr" marR="106680">
              <a:lnSpc>
                <a:spcPct val="100000"/>
              </a:lnSpc>
              <a:spcBef>
                <a:spcPts val="1835"/>
              </a:spcBef>
            </a:pPr>
            <a:r>
              <a:rPr dirty="0" sz="2600" spc="-20">
                <a:latin typeface="Times New Roman"/>
                <a:cs typeface="Times New Roman"/>
              </a:rPr>
              <a:t>P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R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</a:t>
            </a:r>
            <a:r>
              <a:rPr dirty="0" sz="2600" spc="-3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G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R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3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</a:t>
            </a:r>
            <a:r>
              <a:rPr dirty="0" sz="2600" spc="-3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C</a:t>
            </a:r>
            <a:r>
              <a:rPr dirty="0" sz="2600" spc="-3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N</a:t>
            </a:r>
            <a:r>
              <a:rPr dirty="0" sz="2600" spc="15">
                <a:latin typeface="Times New Roman"/>
                <a:cs typeface="Times New Roman"/>
              </a:rPr>
              <a:t>  </a:t>
            </a:r>
            <a:r>
              <a:rPr dirty="0" sz="2600">
                <a:latin typeface="Times New Roman"/>
                <a:cs typeface="Times New Roman"/>
              </a:rPr>
              <a:t>W</a:t>
            </a:r>
            <a:r>
              <a:rPr dirty="0" sz="2600" spc="-3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E</a:t>
            </a:r>
            <a:r>
              <a:rPr dirty="0" sz="2600" spc="-31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B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5678" y="115009"/>
            <a:ext cx="2717149" cy="62832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15675" y="9449121"/>
            <a:ext cx="2717433" cy="628360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8055564" y="1281580"/>
            <a:ext cx="0" cy="7456170"/>
          </a:xfrm>
          <a:custGeom>
            <a:avLst/>
            <a:gdLst/>
            <a:ahLst/>
            <a:cxnLst/>
            <a:rect l="l" t="t" r="r" b="b"/>
            <a:pathLst>
              <a:path w="0" h="7456170">
                <a:moveTo>
                  <a:pt x="0" y="7455634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883" y="4400090"/>
            <a:ext cx="1534502" cy="14867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29016" y="4400148"/>
            <a:ext cx="1238988" cy="148668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339547" y="8231535"/>
            <a:ext cx="3609975" cy="2055495"/>
          </a:xfrm>
          <a:custGeom>
            <a:avLst/>
            <a:gdLst/>
            <a:ahLst/>
            <a:cxnLst/>
            <a:rect l="l" t="t" r="r" b="b"/>
            <a:pathLst>
              <a:path w="3609975" h="2055495">
                <a:moveTo>
                  <a:pt x="2372385" y="1805888"/>
                </a:moveTo>
                <a:lnTo>
                  <a:pt x="2415535" y="1805888"/>
                </a:lnTo>
                <a:lnTo>
                  <a:pt x="2665110" y="2055464"/>
                </a:lnTo>
                <a:lnTo>
                  <a:pt x="2621960" y="2055464"/>
                </a:lnTo>
                <a:lnTo>
                  <a:pt x="2372385" y="1805888"/>
                </a:lnTo>
                <a:close/>
              </a:path>
              <a:path w="3609975" h="2055495">
                <a:moveTo>
                  <a:pt x="1193247" y="1805888"/>
                </a:moveTo>
                <a:lnTo>
                  <a:pt x="1236398" y="1805888"/>
                </a:lnTo>
                <a:lnTo>
                  <a:pt x="986823" y="2055464"/>
                </a:lnTo>
                <a:lnTo>
                  <a:pt x="943672" y="2055464"/>
                </a:lnTo>
                <a:lnTo>
                  <a:pt x="1193247" y="1805888"/>
                </a:lnTo>
                <a:close/>
              </a:path>
              <a:path w="3609975" h="2055495">
                <a:moveTo>
                  <a:pt x="1804391" y="0"/>
                </a:moveTo>
                <a:lnTo>
                  <a:pt x="3609974" y="1805583"/>
                </a:lnTo>
                <a:lnTo>
                  <a:pt x="3609974" y="1805888"/>
                </a:lnTo>
                <a:lnTo>
                  <a:pt x="0" y="1805888"/>
                </a:lnTo>
                <a:lnTo>
                  <a:pt x="0" y="1804391"/>
                </a:lnTo>
                <a:lnTo>
                  <a:pt x="29106" y="1775285"/>
                </a:lnTo>
                <a:lnTo>
                  <a:pt x="3536527" y="1775285"/>
                </a:lnTo>
                <a:lnTo>
                  <a:pt x="1804391" y="43150"/>
                </a:lnTo>
                <a:lnTo>
                  <a:pt x="1761241" y="43150"/>
                </a:lnTo>
                <a:lnTo>
                  <a:pt x="1804391" y="0"/>
                </a:lnTo>
                <a:close/>
              </a:path>
              <a:path w="3609975" h="2055495">
                <a:moveTo>
                  <a:pt x="1804391" y="1194438"/>
                </a:moveTo>
                <a:lnTo>
                  <a:pt x="2385238" y="1775285"/>
                </a:lnTo>
                <a:lnTo>
                  <a:pt x="2341782" y="1775285"/>
                </a:lnTo>
                <a:lnTo>
                  <a:pt x="1804391" y="1237895"/>
                </a:lnTo>
                <a:lnTo>
                  <a:pt x="1760935" y="1237895"/>
                </a:lnTo>
                <a:lnTo>
                  <a:pt x="1804391" y="1194438"/>
                </a:lnTo>
                <a:close/>
              </a:path>
              <a:path w="3609975" h="2055495">
                <a:moveTo>
                  <a:pt x="1760935" y="1237895"/>
                </a:moveTo>
                <a:lnTo>
                  <a:pt x="1804391" y="1237895"/>
                </a:lnTo>
                <a:lnTo>
                  <a:pt x="1267001" y="1775285"/>
                </a:lnTo>
                <a:lnTo>
                  <a:pt x="29106" y="1775285"/>
                </a:lnTo>
                <a:lnTo>
                  <a:pt x="29412" y="1774979"/>
                </a:lnTo>
                <a:lnTo>
                  <a:pt x="1223851" y="1774979"/>
                </a:lnTo>
                <a:lnTo>
                  <a:pt x="1760935" y="1237895"/>
                </a:lnTo>
                <a:close/>
              </a:path>
              <a:path w="3609975" h="2055495">
                <a:moveTo>
                  <a:pt x="1761241" y="43150"/>
                </a:moveTo>
                <a:lnTo>
                  <a:pt x="1804391" y="43150"/>
                </a:lnTo>
                <a:lnTo>
                  <a:pt x="72562" y="1774979"/>
                </a:lnTo>
                <a:lnTo>
                  <a:pt x="29412" y="1774979"/>
                </a:lnTo>
                <a:lnTo>
                  <a:pt x="1761241" y="4315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338357" y="0"/>
            <a:ext cx="3609975" cy="1962150"/>
          </a:xfrm>
          <a:custGeom>
            <a:avLst/>
            <a:gdLst/>
            <a:ahLst/>
            <a:cxnLst/>
            <a:rect l="l" t="t" r="r" b="b"/>
            <a:pathLst>
              <a:path w="3609975" h="1962150">
                <a:moveTo>
                  <a:pt x="1237589" y="155998"/>
                </a:moveTo>
                <a:lnTo>
                  <a:pt x="1194438" y="155998"/>
                </a:lnTo>
                <a:lnTo>
                  <a:pt x="1038439" y="0"/>
                </a:lnTo>
                <a:lnTo>
                  <a:pt x="1081590" y="0"/>
                </a:lnTo>
                <a:lnTo>
                  <a:pt x="1237589" y="155998"/>
                </a:lnTo>
                <a:close/>
              </a:path>
              <a:path w="3609975" h="1962150">
                <a:moveTo>
                  <a:pt x="2416726" y="155998"/>
                </a:moveTo>
                <a:lnTo>
                  <a:pt x="2373576" y="155998"/>
                </a:lnTo>
                <a:lnTo>
                  <a:pt x="2529575" y="0"/>
                </a:lnTo>
                <a:lnTo>
                  <a:pt x="2572725" y="0"/>
                </a:lnTo>
                <a:lnTo>
                  <a:pt x="2416726" y="155998"/>
                </a:lnTo>
                <a:close/>
              </a:path>
              <a:path w="3609975" h="1962150">
                <a:moveTo>
                  <a:pt x="1805582" y="1961887"/>
                </a:moveTo>
                <a:lnTo>
                  <a:pt x="0" y="156305"/>
                </a:lnTo>
                <a:lnTo>
                  <a:pt x="0" y="155998"/>
                </a:lnTo>
                <a:lnTo>
                  <a:pt x="3609974" y="155998"/>
                </a:lnTo>
                <a:lnTo>
                  <a:pt x="3609974" y="157495"/>
                </a:lnTo>
                <a:lnTo>
                  <a:pt x="3580868" y="186602"/>
                </a:lnTo>
                <a:lnTo>
                  <a:pt x="73447" y="186602"/>
                </a:lnTo>
                <a:lnTo>
                  <a:pt x="1805582" y="1918737"/>
                </a:lnTo>
                <a:lnTo>
                  <a:pt x="1848732" y="1918737"/>
                </a:lnTo>
                <a:lnTo>
                  <a:pt x="1805582" y="1961887"/>
                </a:lnTo>
                <a:close/>
              </a:path>
              <a:path w="3609975" h="1962150">
                <a:moveTo>
                  <a:pt x="1805582" y="767448"/>
                </a:moveTo>
                <a:lnTo>
                  <a:pt x="1224735" y="186602"/>
                </a:lnTo>
                <a:lnTo>
                  <a:pt x="1268192" y="186602"/>
                </a:lnTo>
                <a:lnTo>
                  <a:pt x="1805582" y="723992"/>
                </a:lnTo>
                <a:lnTo>
                  <a:pt x="1849039" y="723992"/>
                </a:lnTo>
                <a:lnTo>
                  <a:pt x="1805582" y="767448"/>
                </a:lnTo>
                <a:close/>
              </a:path>
              <a:path w="3609975" h="1962150">
                <a:moveTo>
                  <a:pt x="1849039" y="723992"/>
                </a:moveTo>
                <a:lnTo>
                  <a:pt x="1805582" y="723992"/>
                </a:lnTo>
                <a:lnTo>
                  <a:pt x="2342973" y="186602"/>
                </a:lnTo>
                <a:lnTo>
                  <a:pt x="3580868" y="186602"/>
                </a:lnTo>
                <a:lnTo>
                  <a:pt x="3580562" y="186908"/>
                </a:lnTo>
                <a:lnTo>
                  <a:pt x="2386123" y="186908"/>
                </a:lnTo>
                <a:lnTo>
                  <a:pt x="1849039" y="723992"/>
                </a:lnTo>
                <a:close/>
              </a:path>
              <a:path w="3609975" h="1962150">
                <a:moveTo>
                  <a:pt x="1848732" y="1918737"/>
                </a:moveTo>
                <a:lnTo>
                  <a:pt x="1805582" y="1918737"/>
                </a:lnTo>
                <a:lnTo>
                  <a:pt x="3537411" y="186908"/>
                </a:lnTo>
                <a:lnTo>
                  <a:pt x="3580562" y="186908"/>
                </a:lnTo>
                <a:lnTo>
                  <a:pt x="1848732" y="1918737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0"/>
            <a:ext cx="2108835" cy="1962150"/>
          </a:xfrm>
          <a:custGeom>
            <a:avLst/>
            <a:gdLst/>
            <a:ahLst/>
            <a:cxnLst/>
            <a:rect l="l" t="t" r="r" b="b"/>
            <a:pathLst>
              <a:path w="2108835" h="1962150">
                <a:moveTo>
                  <a:pt x="1339346" y="1961972"/>
                </a:moveTo>
                <a:lnTo>
                  <a:pt x="0" y="1961972"/>
                </a:lnTo>
                <a:lnTo>
                  <a:pt x="0" y="0"/>
                </a:lnTo>
                <a:lnTo>
                  <a:pt x="1749126" y="0"/>
                </a:lnTo>
                <a:lnTo>
                  <a:pt x="2108704" y="622519"/>
                </a:lnTo>
                <a:lnTo>
                  <a:pt x="2108704" y="630020"/>
                </a:lnTo>
                <a:lnTo>
                  <a:pt x="1339346" y="1961972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873740" y="3324897"/>
            <a:ext cx="4902200" cy="57721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none" sz="3600">
                <a:latin typeface="Times New Roman"/>
                <a:cs typeface="Times New Roman"/>
              </a:rPr>
              <a:t>I</a:t>
            </a:r>
            <a:r>
              <a:rPr dirty="0" u="none" sz="3600" spc="305">
                <a:latin typeface="Times New Roman"/>
                <a:cs typeface="Times New Roman"/>
              </a:rPr>
              <a:t> </a:t>
            </a:r>
            <a:r>
              <a:rPr dirty="0" u="none" sz="3600">
                <a:latin typeface="Times New Roman"/>
                <a:cs typeface="Times New Roman"/>
              </a:rPr>
              <a:t>N</a:t>
            </a:r>
            <a:r>
              <a:rPr dirty="0" u="none" sz="3600" spc="305">
                <a:latin typeface="Times New Roman"/>
                <a:cs typeface="Times New Roman"/>
              </a:rPr>
              <a:t> </a:t>
            </a:r>
            <a:r>
              <a:rPr dirty="0" u="none" sz="3600">
                <a:latin typeface="Times New Roman"/>
                <a:cs typeface="Times New Roman"/>
              </a:rPr>
              <a:t>T</a:t>
            </a:r>
            <a:r>
              <a:rPr dirty="0" u="none" sz="3600" spc="305">
                <a:latin typeface="Times New Roman"/>
                <a:cs typeface="Times New Roman"/>
              </a:rPr>
              <a:t> </a:t>
            </a:r>
            <a:r>
              <a:rPr dirty="0" u="none" sz="3600">
                <a:latin typeface="Times New Roman"/>
                <a:cs typeface="Times New Roman"/>
              </a:rPr>
              <a:t>E</a:t>
            </a:r>
            <a:r>
              <a:rPr dirty="0" u="none" sz="3600" spc="305">
                <a:latin typeface="Times New Roman"/>
                <a:cs typeface="Times New Roman"/>
              </a:rPr>
              <a:t> </a:t>
            </a:r>
            <a:r>
              <a:rPr dirty="0" u="none" sz="3600">
                <a:latin typeface="Times New Roman"/>
                <a:cs typeface="Times New Roman"/>
              </a:rPr>
              <a:t>G</a:t>
            </a:r>
            <a:r>
              <a:rPr dirty="0" u="none" sz="3600" spc="305">
                <a:latin typeface="Times New Roman"/>
                <a:cs typeface="Times New Roman"/>
              </a:rPr>
              <a:t> </a:t>
            </a:r>
            <a:r>
              <a:rPr dirty="0" u="none" sz="3600">
                <a:latin typeface="Times New Roman"/>
                <a:cs typeface="Times New Roman"/>
              </a:rPr>
              <a:t>R</a:t>
            </a:r>
            <a:r>
              <a:rPr dirty="0" u="none" sz="3600" spc="305">
                <a:latin typeface="Times New Roman"/>
                <a:cs typeface="Times New Roman"/>
              </a:rPr>
              <a:t> </a:t>
            </a:r>
            <a:r>
              <a:rPr dirty="0" u="none" sz="3600">
                <a:latin typeface="Times New Roman"/>
                <a:cs typeface="Times New Roman"/>
              </a:rPr>
              <a:t>A</a:t>
            </a:r>
            <a:r>
              <a:rPr dirty="0" u="none" sz="3600" spc="305">
                <a:latin typeface="Times New Roman"/>
                <a:cs typeface="Times New Roman"/>
              </a:rPr>
              <a:t> </a:t>
            </a:r>
            <a:r>
              <a:rPr dirty="0" u="none" sz="3600">
                <a:latin typeface="Times New Roman"/>
                <a:cs typeface="Times New Roman"/>
              </a:rPr>
              <a:t>N</a:t>
            </a:r>
            <a:r>
              <a:rPr dirty="0" u="none" sz="3600" spc="305">
                <a:latin typeface="Times New Roman"/>
                <a:cs typeface="Times New Roman"/>
              </a:rPr>
              <a:t> </a:t>
            </a:r>
            <a:r>
              <a:rPr dirty="0" u="none" sz="3600">
                <a:latin typeface="Times New Roman"/>
                <a:cs typeface="Times New Roman"/>
              </a:rPr>
              <a:t>T</a:t>
            </a:r>
            <a:r>
              <a:rPr dirty="0" u="none" sz="3600" spc="305">
                <a:latin typeface="Times New Roman"/>
                <a:cs typeface="Times New Roman"/>
              </a:rPr>
              <a:t> </a:t>
            </a:r>
            <a:r>
              <a:rPr dirty="0" u="none" sz="3600">
                <a:latin typeface="Times New Roman"/>
                <a:cs typeface="Times New Roman"/>
              </a:rPr>
              <a:t>E</a:t>
            </a:r>
            <a:r>
              <a:rPr dirty="0" u="none" sz="3600" spc="305">
                <a:latin typeface="Times New Roman"/>
                <a:cs typeface="Times New Roman"/>
              </a:rPr>
              <a:t> </a:t>
            </a:r>
            <a:r>
              <a:rPr dirty="0" u="none" sz="3600" spc="-50">
                <a:latin typeface="Times New Roman"/>
                <a:cs typeface="Times New Roman"/>
              </a:rPr>
              <a:t>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564064" y="8226748"/>
            <a:ext cx="1724025" cy="2060575"/>
          </a:xfrm>
          <a:custGeom>
            <a:avLst/>
            <a:gdLst/>
            <a:ahLst/>
            <a:cxnLst/>
            <a:rect l="l" t="t" r="r" b="b"/>
            <a:pathLst>
              <a:path w="1724025" h="2060575">
                <a:moveTo>
                  <a:pt x="1723934" y="2060251"/>
                </a:moveTo>
                <a:lnTo>
                  <a:pt x="418511" y="2060251"/>
                </a:lnTo>
                <a:lnTo>
                  <a:pt x="0" y="1335702"/>
                </a:lnTo>
                <a:lnTo>
                  <a:pt x="771524" y="0"/>
                </a:lnTo>
                <a:lnTo>
                  <a:pt x="1723934" y="0"/>
                </a:lnTo>
                <a:lnTo>
                  <a:pt x="1723934" y="2060251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542394" y="3886720"/>
            <a:ext cx="5892165" cy="305562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2020570">
              <a:lnSpc>
                <a:spcPct val="100000"/>
              </a:lnSpc>
              <a:spcBef>
                <a:spcPts val="935"/>
              </a:spcBef>
            </a:pPr>
            <a:r>
              <a:rPr dirty="0" sz="2750">
                <a:latin typeface="Times New Roman"/>
                <a:cs typeface="Times New Roman"/>
              </a:rPr>
              <a:t>Grupo</a:t>
            </a:r>
            <a:r>
              <a:rPr dirty="0" sz="2750" spc="-20">
                <a:latin typeface="Times New Roman"/>
                <a:cs typeface="Times New Roman"/>
              </a:rPr>
              <a:t> </a:t>
            </a:r>
            <a:r>
              <a:rPr dirty="0" sz="2750" spc="-50">
                <a:latin typeface="Times New Roman"/>
                <a:cs typeface="Times New Roman"/>
              </a:rPr>
              <a:t>6</a:t>
            </a:r>
            <a:endParaRPr sz="2750">
              <a:latin typeface="Times New Roman"/>
              <a:cs typeface="Times New Roman"/>
            </a:endParaRPr>
          </a:p>
          <a:p>
            <a:pPr marL="336550" indent="-323850">
              <a:lnSpc>
                <a:spcPct val="100000"/>
              </a:lnSpc>
              <a:spcBef>
                <a:spcPts val="760"/>
              </a:spcBef>
              <a:buAutoNum type="arabicPeriod"/>
              <a:tabLst>
                <a:tab pos="336550" algn="l"/>
              </a:tabLst>
            </a:pPr>
            <a:r>
              <a:rPr dirty="0" sz="2550" spc="145">
                <a:latin typeface="Times New Roman"/>
                <a:cs typeface="Times New Roman"/>
              </a:rPr>
              <a:t>Armas</a:t>
            </a:r>
            <a:r>
              <a:rPr dirty="0" sz="2550" spc="380">
                <a:latin typeface="Times New Roman"/>
                <a:cs typeface="Times New Roman"/>
              </a:rPr>
              <a:t> </a:t>
            </a:r>
            <a:r>
              <a:rPr dirty="0" sz="2550" spc="160">
                <a:latin typeface="Times New Roman"/>
                <a:cs typeface="Times New Roman"/>
              </a:rPr>
              <a:t>Camones,</a:t>
            </a:r>
            <a:r>
              <a:rPr dirty="0" sz="2550" spc="390">
                <a:latin typeface="Times New Roman"/>
                <a:cs typeface="Times New Roman"/>
              </a:rPr>
              <a:t> </a:t>
            </a:r>
            <a:r>
              <a:rPr dirty="0" sz="2550" spc="150">
                <a:latin typeface="Times New Roman"/>
                <a:cs typeface="Times New Roman"/>
              </a:rPr>
              <a:t>Jeremy</a:t>
            </a:r>
            <a:r>
              <a:rPr dirty="0" sz="2550" spc="395">
                <a:latin typeface="Times New Roman"/>
                <a:cs typeface="Times New Roman"/>
              </a:rPr>
              <a:t> </a:t>
            </a:r>
            <a:r>
              <a:rPr dirty="0" sz="2550" spc="145">
                <a:latin typeface="Times New Roman"/>
                <a:cs typeface="Times New Roman"/>
              </a:rPr>
              <a:t>Geraldo</a:t>
            </a:r>
            <a:endParaRPr sz="2550">
              <a:latin typeface="Times New Roman"/>
              <a:cs typeface="Times New Roman"/>
            </a:endParaRPr>
          </a:p>
          <a:p>
            <a:pPr marL="336550" indent="-32385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336550" algn="l"/>
              </a:tabLst>
            </a:pPr>
            <a:r>
              <a:rPr dirty="0" sz="2550" spc="160">
                <a:latin typeface="Times New Roman"/>
                <a:cs typeface="Times New Roman"/>
              </a:rPr>
              <a:t>Candiotti</a:t>
            </a:r>
            <a:r>
              <a:rPr dirty="0" sz="2550" spc="409">
                <a:latin typeface="Times New Roman"/>
                <a:cs typeface="Times New Roman"/>
              </a:rPr>
              <a:t> </a:t>
            </a:r>
            <a:r>
              <a:rPr dirty="0" sz="2550" spc="155">
                <a:latin typeface="Times New Roman"/>
                <a:cs typeface="Times New Roman"/>
              </a:rPr>
              <a:t>Simeon,</a:t>
            </a:r>
            <a:r>
              <a:rPr dirty="0" sz="2550" spc="409">
                <a:latin typeface="Times New Roman"/>
                <a:cs typeface="Times New Roman"/>
              </a:rPr>
              <a:t> </a:t>
            </a:r>
            <a:r>
              <a:rPr dirty="0" sz="2550" spc="150">
                <a:latin typeface="Times New Roman"/>
                <a:cs typeface="Times New Roman"/>
              </a:rPr>
              <a:t>Mónica</a:t>
            </a:r>
            <a:r>
              <a:rPr dirty="0" sz="2550" spc="409">
                <a:latin typeface="Times New Roman"/>
                <a:cs typeface="Times New Roman"/>
              </a:rPr>
              <a:t> </a:t>
            </a:r>
            <a:r>
              <a:rPr dirty="0" sz="2550" spc="125">
                <a:latin typeface="Times New Roman"/>
                <a:cs typeface="Times New Roman"/>
              </a:rPr>
              <a:t>Sofia</a:t>
            </a:r>
            <a:endParaRPr sz="2550">
              <a:latin typeface="Times New Roman"/>
              <a:cs typeface="Times New Roman"/>
            </a:endParaRPr>
          </a:p>
          <a:p>
            <a:pPr marL="336550" indent="-32385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336550" algn="l"/>
              </a:tabLst>
            </a:pPr>
            <a:r>
              <a:rPr dirty="0" sz="2550" spc="160">
                <a:latin typeface="Times New Roman"/>
                <a:cs typeface="Times New Roman"/>
              </a:rPr>
              <a:t>Castillo</a:t>
            </a:r>
            <a:r>
              <a:rPr dirty="0" sz="2550" spc="385">
                <a:latin typeface="Times New Roman"/>
                <a:cs typeface="Times New Roman"/>
              </a:rPr>
              <a:t> </a:t>
            </a:r>
            <a:r>
              <a:rPr dirty="0" sz="2550" spc="160">
                <a:latin typeface="Times New Roman"/>
                <a:cs typeface="Times New Roman"/>
              </a:rPr>
              <a:t>Flores,</a:t>
            </a:r>
            <a:r>
              <a:rPr dirty="0" sz="2550" spc="395">
                <a:latin typeface="Times New Roman"/>
                <a:cs typeface="Times New Roman"/>
              </a:rPr>
              <a:t> </a:t>
            </a:r>
            <a:r>
              <a:rPr dirty="0" sz="2550" spc="145">
                <a:latin typeface="Times New Roman"/>
                <a:cs typeface="Times New Roman"/>
              </a:rPr>
              <a:t>Pablo</a:t>
            </a:r>
            <a:r>
              <a:rPr dirty="0" sz="2550" spc="395">
                <a:latin typeface="Times New Roman"/>
                <a:cs typeface="Times New Roman"/>
              </a:rPr>
              <a:t> </a:t>
            </a:r>
            <a:r>
              <a:rPr dirty="0" sz="2550" spc="114">
                <a:latin typeface="Times New Roman"/>
                <a:cs typeface="Times New Roman"/>
              </a:rPr>
              <a:t>Joel</a:t>
            </a:r>
            <a:endParaRPr sz="2550">
              <a:latin typeface="Times New Roman"/>
              <a:cs typeface="Times New Roman"/>
            </a:endParaRPr>
          </a:p>
          <a:p>
            <a:pPr marL="336550" indent="-32385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336550" algn="l"/>
              </a:tabLst>
            </a:pPr>
            <a:r>
              <a:rPr dirty="0" sz="2550" spc="150">
                <a:latin typeface="Times New Roman"/>
                <a:cs typeface="Times New Roman"/>
              </a:rPr>
              <a:t>Gaitan</a:t>
            </a:r>
            <a:r>
              <a:rPr dirty="0" sz="2550" spc="409">
                <a:latin typeface="Times New Roman"/>
                <a:cs typeface="Times New Roman"/>
              </a:rPr>
              <a:t> </a:t>
            </a:r>
            <a:r>
              <a:rPr dirty="0" sz="2550" spc="160">
                <a:latin typeface="Times New Roman"/>
                <a:cs typeface="Times New Roman"/>
              </a:rPr>
              <a:t>Gonzales,</a:t>
            </a:r>
            <a:r>
              <a:rPr dirty="0" sz="2550" spc="409">
                <a:latin typeface="Times New Roman"/>
                <a:cs typeface="Times New Roman"/>
              </a:rPr>
              <a:t> </a:t>
            </a:r>
            <a:r>
              <a:rPr dirty="0" sz="2550" spc="155">
                <a:latin typeface="Times New Roman"/>
                <a:cs typeface="Times New Roman"/>
              </a:rPr>
              <a:t>Geradth</a:t>
            </a:r>
            <a:r>
              <a:rPr dirty="0" sz="2550" spc="409">
                <a:latin typeface="Times New Roman"/>
                <a:cs typeface="Times New Roman"/>
              </a:rPr>
              <a:t> </a:t>
            </a:r>
            <a:r>
              <a:rPr dirty="0" sz="2550" spc="150">
                <a:latin typeface="Times New Roman"/>
                <a:cs typeface="Times New Roman"/>
              </a:rPr>
              <a:t>Humberto</a:t>
            </a:r>
            <a:endParaRPr sz="2550">
              <a:latin typeface="Times New Roman"/>
              <a:cs typeface="Times New Roman"/>
            </a:endParaRPr>
          </a:p>
          <a:p>
            <a:pPr marL="336550" indent="-323850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336550" algn="l"/>
              </a:tabLst>
            </a:pPr>
            <a:r>
              <a:rPr dirty="0" sz="2550" spc="145">
                <a:latin typeface="Times New Roman"/>
                <a:cs typeface="Times New Roman"/>
              </a:rPr>
              <a:t>Huisa</a:t>
            </a:r>
            <a:r>
              <a:rPr dirty="0" sz="2550" spc="395">
                <a:latin typeface="Times New Roman"/>
                <a:cs typeface="Times New Roman"/>
              </a:rPr>
              <a:t> </a:t>
            </a:r>
            <a:r>
              <a:rPr dirty="0" sz="2550" spc="150">
                <a:latin typeface="Times New Roman"/>
                <a:cs typeface="Times New Roman"/>
              </a:rPr>
              <a:t>Valle,</a:t>
            </a:r>
            <a:r>
              <a:rPr dirty="0" sz="2550" spc="400">
                <a:latin typeface="Times New Roman"/>
                <a:cs typeface="Times New Roman"/>
              </a:rPr>
              <a:t> </a:t>
            </a:r>
            <a:r>
              <a:rPr dirty="0" sz="2550" spc="160">
                <a:latin typeface="Times New Roman"/>
                <a:cs typeface="Times New Roman"/>
              </a:rPr>
              <a:t>Justhin</a:t>
            </a:r>
            <a:r>
              <a:rPr dirty="0" sz="2550" spc="395">
                <a:latin typeface="Times New Roman"/>
                <a:cs typeface="Times New Roman"/>
              </a:rPr>
              <a:t> </a:t>
            </a:r>
            <a:r>
              <a:rPr dirty="0" sz="2550" spc="160">
                <a:latin typeface="Times New Roman"/>
                <a:cs typeface="Times New Roman"/>
              </a:rPr>
              <a:t>Christofher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93585" y="1731781"/>
            <a:ext cx="3480435" cy="6884670"/>
            <a:chOff x="1393585" y="1731781"/>
            <a:chExt cx="3480435" cy="6884670"/>
          </a:xfrm>
        </p:grpSpPr>
        <p:sp>
          <p:nvSpPr>
            <p:cNvPr id="3" name="object 3"/>
            <p:cNvSpPr/>
            <p:nvPr/>
          </p:nvSpPr>
          <p:spPr>
            <a:xfrm>
              <a:off x="1464439" y="1765521"/>
              <a:ext cx="3338829" cy="6817359"/>
            </a:xfrm>
            <a:custGeom>
              <a:avLst/>
              <a:gdLst/>
              <a:ahLst/>
              <a:cxnLst/>
              <a:rect l="l" t="t" r="r" b="b"/>
              <a:pathLst>
                <a:path w="3338829" h="6817359">
                  <a:moveTo>
                    <a:pt x="2867907" y="6817186"/>
                  </a:moveTo>
                  <a:lnTo>
                    <a:pt x="470674" y="6817186"/>
                  </a:lnTo>
                  <a:lnTo>
                    <a:pt x="422574" y="6814754"/>
                  </a:lnTo>
                  <a:lnTo>
                    <a:pt x="375859" y="6807618"/>
                  </a:lnTo>
                  <a:lnTo>
                    <a:pt x="330764" y="6796013"/>
                  </a:lnTo>
                  <a:lnTo>
                    <a:pt x="287528" y="6780177"/>
                  </a:lnTo>
                  <a:lnTo>
                    <a:pt x="246388" y="6760349"/>
                  </a:lnTo>
                  <a:lnTo>
                    <a:pt x="207580" y="6736763"/>
                  </a:lnTo>
                  <a:lnTo>
                    <a:pt x="171342" y="6709659"/>
                  </a:lnTo>
                  <a:lnTo>
                    <a:pt x="137912" y="6679274"/>
                  </a:lnTo>
                  <a:lnTo>
                    <a:pt x="107526" y="6645843"/>
                  </a:lnTo>
                  <a:lnTo>
                    <a:pt x="80422" y="6609606"/>
                  </a:lnTo>
                  <a:lnTo>
                    <a:pt x="56837" y="6570798"/>
                  </a:lnTo>
                  <a:lnTo>
                    <a:pt x="37008" y="6529657"/>
                  </a:lnTo>
                  <a:lnTo>
                    <a:pt x="21173" y="6486421"/>
                  </a:lnTo>
                  <a:lnTo>
                    <a:pt x="9568" y="6441327"/>
                  </a:lnTo>
                  <a:lnTo>
                    <a:pt x="2431" y="6394611"/>
                  </a:lnTo>
                  <a:lnTo>
                    <a:pt x="0" y="6346512"/>
                  </a:lnTo>
                  <a:lnTo>
                    <a:pt x="0" y="470674"/>
                  </a:lnTo>
                  <a:lnTo>
                    <a:pt x="2431" y="422574"/>
                  </a:lnTo>
                  <a:lnTo>
                    <a:pt x="9528" y="376121"/>
                  </a:lnTo>
                  <a:lnTo>
                    <a:pt x="21173" y="330764"/>
                  </a:lnTo>
                  <a:lnTo>
                    <a:pt x="36815" y="288056"/>
                  </a:lnTo>
                  <a:lnTo>
                    <a:pt x="36903" y="287816"/>
                  </a:lnTo>
                  <a:lnTo>
                    <a:pt x="56777" y="246513"/>
                  </a:lnTo>
                  <a:lnTo>
                    <a:pt x="80422" y="207580"/>
                  </a:lnTo>
                  <a:lnTo>
                    <a:pt x="107526" y="171342"/>
                  </a:lnTo>
                  <a:lnTo>
                    <a:pt x="137912" y="137912"/>
                  </a:lnTo>
                  <a:lnTo>
                    <a:pt x="171342" y="107526"/>
                  </a:lnTo>
                  <a:lnTo>
                    <a:pt x="207580" y="80422"/>
                  </a:lnTo>
                  <a:lnTo>
                    <a:pt x="246388" y="56837"/>
                  </a:lnTo>
                  <a:lnTo>
                    <a:pt x="287528" y="37008"/>
                  </a:lnTo>
                  <a:lnTo>
                    <a:pt x="330764" y="21173"/>
                  </a:lnTo>
                  <a:lnTo>
                    <a:pt x="375859" y="9568"/>
                  </a:lnTo>
                  <a:lnTo>
                    <a:pt x="422574" y="2431"/>
                  </a:lnTo>
                  <a:lnTo>
                    <a:pt x="470674" y="0"/>
                  </a:lnTo>
                  <a:lnTo>
                    <a:pt x="2867907" y="0"/>
                  </a:lnTo>
                  <a:lnTo>
                    <a:pt x="2916007" y="2431"/>
                  </a:lnTo>
                  <a:lnTo>
                    <a:pt x="2962722" y="9568"/>
                  </a:lnTo>
                  <a:lnTo>
                    <a:pt x="3007817" y="21173"/>
                  </a:lnTo>
                  <a:lnTo>
                    <a:pt x="3051053" y="37008"/>
                  </a:lnTo>
                  <a:lnTo>
                    <a:pt x="3092193" y="56837"/>
                  </a:lnTo>
                  <a:lnTo>
                    <a:pt x="3131001" y="80422"/>
                  </a:lnTo>
                  <a:lnTo>
                    <a:pt x="3167239" y="107526"/>
                  </a:lnTo>
                  <a:lnTo>
                    <a:pt x="3200669" y="137912"/>
                  </a:lnTo>
                  <a:lnTo>
                    <a:pt x="3231055" y="171342"/>
                  </a:lnTo>
                  <a:lnTo>
                    <a:pt x="3232864" y="173761"/>
                  </a:lnTo>
                  <a:lnTo>
                    <a:pt x="453804" y="173761"/>
                  </a:lnTo>
                  <a:lnTo>
                    <a:pt x="408705" y="177410"/>
                  </a:lnTo>
                  <a:lnTo>
                    <a:pt x="365904" y="187972"/>
                  </a:lnTo>
                  <a:lnTo>
                    <a:pt x="325978" y="204871"/>
                  </a:lnTo>
                  <a:lnTo>
                    <a:pt x="289503" y="227529"/>
                  </a:lnTo>
                  <a:lnTo>
                    <a:pt x="257057" y="255370"/>
                  </a:lnTo>
                  <a:lnTo>
                    <a:pt x="229216" y="287816"/>
                  </a:lnTo>
                  <a:lnTo>
                    <a:pt x="206558" y="324291"/>
                  </a:lnTo>
                  <a:lnTo>
                    <a:pt x="189659" y="364217"/>
                  </a:lnTo>
                  <a:lnTo>
                    <a:pt x="179208" y="406568"/>
                  </a:lnTo>
                  <a:lnTo>
                    <a:pt x="175448" y="452117"/>
                  </a:lnTo>
                  <a:lnTo>
                    <a:pt x="175448" y="6373503"/>
                  </a:lnTo>
                  <a:lnTo>
                    <a:pt x="179097" y="6418602"/>
                  </a:lnTo>
                  <a:lnTo>
                    <a:pt x="189659" y="6461403"/>
                  </a:lnTo>
                  <a:lnTo>
                    <a:pt x="206558" y="6501329"/>
                  </a:lnTo>
                  <a:lnTo>
                    <a:pt x="229216" y="6537804"/>
                  </a:lnTo>
                  <a:lnTo>
                    <a:pt x="257057" y="6570250"/>
                  </a:lnTo>
                  <a:lnTo>
                    <a:pt x="289503" y="6598091"/>
                  </a:lnTo>
                  <a:lnTo>
                    <a:pt x="325978" y="6620749"/>
                  </a:lnTo>
                  <a:lnTo>
                    <a:pt x="365904" y="6637648"/>
                  </a:lnTo>
                  <a:lnTo>
                    <a:pt x="408705" y="6648210"/>
                  </a:lnTo>
                  <a:lnTo>
                    <a:pt x="453804" y="6651859"/>
                  </a:lnTo>
                  <a:lnTo>
                    <a:pt x="3225587" y="6651859"/>
                  </a:lnTo>
                  <a:lnTo>
                    <a:pt x="3200669" y="6679274"/>
                  </a:lnTo>
                  <a:lnTo>
                    <a:pt x="3167239" y="6709659"/>
                  </a:lnTo>
                  <a:lnTo>
                    <a:pt x="3131001" y="6736763"/>
                  </a:lnTo>
                  <a:lnTo>
                    <a:pt x="3092193" y="6760349"/>
                  </a:lnTo>
                  <a:lnTo>
                    <a:pt x="3051053" y="6780177"/>
                  </a:lnTo>
                  <a:lnTo>
                    <a:pt x="3007817" y="6796013"/>
                  </a:lnTo>
                  <a:lnTo>
                    <a:pt x="2962722" y="6807618"/>
                  </a:lnTo>
                  <a:lnTo>
                    <a:pt x="2916007" y="6814754"/>
                  </a:lnTo>
                  <a:lnTo>
                    <a:pt x="2867907" y="6817186"/>
                  </a:lnTo>
                  <a:close/>
                </a:path>
                <a:path w="3338829" h="6817359">
                  <a:moveTo>
                    <a:pt x="2368554" y="406568"/>
                  </a:moveTo>
                  <a:lnTo>
                    <a:pt x="973401" y="406568"/>
                  </a:lnTo>
                  <a:lnTo>
                    <a:pt x="924046" y="398510"/>
                  </a:lnTo>
                  <a:lnTo>
                    <a:pt x="881007" y="376121"/>
                  </a:lnTo>
                  <a:lnTo>
                    <a:pt x="846957" y="342070"/>
                  </a:lnTo>
                  <a:lnTo>
                    <a:pt x="824567" y="299031"/>
                  </a:lnTo>
                  <a:lnTo>
                    <a:pt x="816510" y="249676"/>
                  </a:lnTo>
                  <a:lnTo>
                    <a:pt x="816510" y="173761"/>
                  </a:lnTo>
                  <a:lnTo>
                    <a:pt x="2525446" y="173761"/>
                  </a:lnTo>
                  <a:lnTo>
                    <a:pt x="2525446" y="215936"/>
                  </a:lnTo>
                  <a:lnTo>
                    <a:pt x="2069954" y="215936"/>
                  </a:lnTo>
                  <a:lnTo>
                    <a:pt x="2054112" y="219205"/>
                  </a:lnTo>
                  <a:lnTo>
                    <a:pt x="2040643" y="228167"/>
                  </a:lnTo>
                  <a:lnTo>
                    <a:pt x="2039758" y="229432"/>
                  </a:lnTo>
                  <a:lnTo>
                    <a:pt x="1447449" y="229432"/>
                  </a:lnTo>
                  <a:lnTo>
                    <a:pt x="1436563" y="231541"/>
                  </a:lnTo>
                  <a:lnTo>
                    <a:pt x="1427416" y="237445"/>
                  </a:lnTo>
                  <a:lnTo>
                    <a:pt x="1421116" y="246513"/>
                  </a:lnTo>
                  <a:lnTo>
                    <a:pt x="1418770" y="258111"/>
                  </a:lnTo>
                  <a:lnTo>
                    <a:pt x="1421116" y="269709"/>
                  </a:lnTo>
                  <a:lnTo>
                    <a:pt x="1427416" y="278777"/>
                  </a:lnTo>
                  <a:lnTo>
                    <a:pt x="1436563" y="284682"/>
                  </a:lnTo>
                  <a:lnTo>
                    <a:pt x="1447449" y="286790"/>
                  </a:lnTo>
                  <a:lnTo>
                    <a:pt x="2039163" y="286790"/>
                  </a:lnTo>
                  <a:lnTo>
                    <a:pt x="2040010" y="288056"/>
                  </a:lnTo>
                  <a:lnTo>
                    <a:pt x="2053401" y="297018"/>
                  </a:lnTo>
                  <a:lnTo>
                    <a:pt x="2069954" y="300286"/>
                  </a:lnTo>
                  <a:lnTo>
                    <a:pt x="2516736" y="300286"/>
                  </a:lnTo>
                  <a:lnTo>
                    <a:pt x="2494999" y="342070"/>
                  </a:lnTo>
                  <a:lnTo>
                    <a:pt x="2460948" y="376121"/>
                  </a:lnTo>
                  <a:lnTo>
                    <a:pt x="2417909" y="398510"/>
                  </a:lnTo>
                  <a:lnTo>
                    <a:pt x="2368554" y="406568"/>
                  </a:lnTo>
                  <a:close/>
                </a:path>
                <a:path w="3338829" h="6817359">
                  <a:moveTo>
                    <a:pt x="3225587" y="6651859"/>
                  </a:moveTo>
                  <a:lnTo>
                    <a:pt x="2888152" y="6651859"/>
                  </a:lnTo>
                  <a:lnTo>
                    <a:pt x="2933250" y="6648210"/>
                  </a:lnTo>
                  <a:lnTo>
                    <a:pt x="2976051" y="6637648"/>
                  </a:lnTo>
                  <a:lnTo>
                    <a:pt x="3015978" y="6620749"/>
                  </a:lnTo>
                  <a:lnTo>
                    <a:pt x="3052452" y="6598091"/>
                  </a:lnTo>
                  <a:lnTo>
                    <a:pt x="3084898" y="6570250"/>
                  </a:lnTo>
                  <a:lnTo>
                    <a:pt x="3112739" y="6537804"/>
                  </a:lnTo>
                  <a:lnTo>
                    <a:pt x="3135397" y="6501329"/>
                  </a:lnTo>
                  <a:lnTo>
                    <a:pt x="3152296" y="6461403"/>
                  </a:lnTo>
                  <a:lnTo>
                    <a:pt x="3162858" y="6418602"/>
                  </a:lnTo>
                  <a:lnTo>
                    <a:pt x="3166507" y="6373503"/>
                  </a:lnTo>
                  <a:lnTo>
                    <a:pt x="3164820" y="6373503"/>
                  </a:lnTo>
                  <a:lnTo>
                    <a:pt x="3164820" y="452117"/>
                  </a:lnTo>
                  <a:lnTo>
                    <a:pt x="3161171" y="407018"/>
                  </a:lnTo>
                  <a:lnTo>
                    <a:pt x="3150609" y="364217"/>
                  </a:lnTo>
                  <a:lnTo>
                    <a:pt x="3133710" y="324291"/>
                  </a:lnTo>
                  <a:lnTo>
                    <a:pt x="3111052" y="287816"/>
                  </a:lnTo>
                  <a:lnTo>
                    <a:pt x="3083211" y="255370"/>
                  </a:lnTo>
                  <a:lnTo>
                    <a:pt x="3050765" y="227529"/>
                  </a:lnTo>
                  <a:lnTo>
                    <a:pt x="3014291" y="204871"/>
                  </a:lnTo>
                  <a:lnTo>
                    <a:pt x="2974364" y="187972"/>
                  </a:lnTo>
                  <a:lnTo>
                    <a:pt x="2931563" y="177410"/>
                  </a:lnTo>
                  <a:lnTo>
                    <a:pt x="2886465" y="173761"/>
                  </a:lnTo>
                  <a:lnTo>
                    <a:pt x="3232864" y="173761"/>
                  </a:lnTo>
                  <a:lnTo>
                    <a:pt x="3258159" y="207580"/>
                  </a:lnTo>
                  <a:lnTo>
                    <a:pt x="3281805" y="246513"/>
                  </a:lnTo>
                  <a:lnTo>
                    <a:pt x="3301573" y="287528"/>
                  </a:lnTo>
                  <a:lnTo>
                    <a:pt x="3317409" y="330764"/>
                  </a:lnTo>
                  <a:lnTo>
                    <a:pt x="3329013" y="375859"/>
                  </a:lnTo>
                  <a:lnTo>
                    <a:pt x="3336150" y="422574"/>
                  </a:lnTo>
                  <a:lnTo>
                    <a:pt x="3338582" y="470674"/>
                  </a:lnTo>
                  <a:lnTo>
                    <a:pt x="3338582" y="6346512"/>
                  </a:lnTo>
                  <a:lnTo>
                    <a:pt x="3336150" y="6394611"/>
                  </a:lnTo>
                  <a:lnTo>
                    <a:pt x="3329013" y="6441327"/>
                  </a:lnTo>
                  <a:lnTo>
                    <a:pt x="3317409" y="6486421"/>
                  </a:lnTo>
                  <a:lnTo>
                    <a:pt x="3301573" y="6529657"/>
                  </a:lnTo>
                  <a:lnTo>
                    <a:pt x="3281744" y="6570798"/>
                  </a:lnTo>
                  <a:lnTo>
                    <a:pt x="3258159" y="6609606"/>
                  </a:lnTo>
                  <a:lnTo>
                    <a:pt x="3231055" y="6645843"/>
                  </a:lnTo>
                  <a:lnTo>
                    <a:pt x="3225587" y="6651859"/>
                  </a:lnTo>
                  <a:close/>
                </a:path>
                <a:path w="3338829" h="6817359">
                  <a:moveTo>
                    <a:pt x="2516736" y="300286"/>
                  </a:moveTo>
                  <a:lnTo>
                    <a:pt x="2069954" y="300286"/>
                  </a:lnTo>
                  <a:lnTo>
                    <a:pt x="2086508" y="297018"/>
                  </a:lnTo>
                  <a:lnTo>
                    <a:pt x="2099899" y="288056"/>
                  </a:lnTo>
                  <a:lnTo>
                    <a:pt x="2108861" y="274665"/>
                  </a:lnTo>
                  <a:lnTo>
                    <a:pt x="2112129" y="258111"/>
                  </a:lnTo>
                  <a:lnTo>
                    <a:pt x="2108861" y="241557"/>
                  </a:lnTo>
                  <a:lnTo>
                    <a:pt x="2099899" y="228167"/>
                  </a:lnTo>
                  <a:lnTo>
                    <a:pt x="2086508" y="219205"/>
                  </a:lnTo>
                  <a:lnTo>
                    <a:pt x="2069954" y="215936"/>
                  </a:lnTo>
                  <a:lnTo>
                    <a:pt x="2525446" y="215936"/>
                  </a:lnTo>
                  <a:lnTo>
                    <a:pt x="2525446" y="249676"/>
                  </a:lnTo>
                  <a:lnTo>
                    <a:pt x="2517389" y="299031"/>
                  </a:lnTo>
                  <a:lnTo>
                    <a:pt x="2516736" y="300286"/>
                  </a:lnTo>
                  <a:close/>
                </a:path>
                <a:path w="3338829" h="6817359">
                  <a:moveTo>
                    <a:pt x="2039163" y="286790"/>
                  </a:moveTo>
                  <a:lnTo>
                    <a:pt x="1852331" y="286790"/>
                  </a:lnTo>
                  <a:lnTo>
                    <a:pt x="1863217" y="284682"/>
                  </a:lnTo>
                  <a:lnTo>
                    <a:pt x="1872364" y="278777"/>
                  </a:lnTo>
                  <a:lnTo>
                    <a:pt x="1878664" y="269709"/>
                  </a:lnTo>
                  <a:lnTo>
                    <a:pt x="1881010" y="258111"/>
                  </a:lnTo>
                  <a:lnTo>
                    <a:pt x="1878664" y="246513"/>
                  </a:lnTo>
                  <a:lnTo>
                    <a:pt x="1872364" y="237445"/>
                  </a:lnTo>
                  <a:lnTo>
                    <a:pt x="1863217" y="231541"/>
                  </a:lnTo>
                  <a:lnTo>
                    <a:pt x="1852331" y="229432"/>
                  </a:lnTo>
                  <a:lnTo>
                    <a:pt x="2039758" y="229432"/>
                  </a:lnTo>
                  <a:lnTo>
                    <a:pt x="2031285" y="241557"/>
                  </a:lnTo>
                  <a:lnTo>
                    <a:pt x="2027779" y="258111"/>
                  </a:lnTo>
                  <a:lnTo>
                    <a:pt x="2031048" y="274665"/>
                  </a:lnTo>
                  <a:lnTo>
                    <a:pt x="2039163" y="2867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9888" y="1939284"/>
              <a:ext cx="2989372" cy="64780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83210" y="1994954"/>
              <a:ext cx="462280" cy="57785"/>
            </a:xfrm>
            <a:custGeom>
              <a:avLst/>
              <a:gdLst/>
              <a:ahLst/>
              <a:cxnLst/>
              <a:rect l="l" t="t" r="r" b="b"/>
              <a:pathLst>
                <a:path w="462279" h="57785">
                  <a:moveTo>
                    <a:pt x="433560" y="57358"/>
                  </a:moveTo>
                  <a:lnTo>
                    <a:pt x="28678" y="57358"/>
                  </a:lnTo>
                  <a:lnTo>
                    <a:pt x="17792" y="55249"/>
                  </a:lnTo>
                  <a:lnTo>
                    <a:pt x="8645" y="49344"/>
                  </a:lnTo>
                  <a:lnTo>
                    <a:pt x="2345" y="40277"/>
                  </a:lnTo>
                  <a:lnTo>
                    <a:pt x="0" y="28678"/>
                  </a:lnTo>
                  <a:lnTo>
                    <a:pt x="2345" y="17080"/>
                  </a:lnTo>
                  <a:lnTo>
                    <a:pt x="8645" y="8013"/>
                  </a:lnTo>
                  <a:lnTo>
                    <a:pt x="17792" y="2108"/>
                  </a:lnTo>
                  <a:lnTo>
                    <a:pt x="28678" y="0"/>
                  </a:lnTo>
                  <a:lnTo>
                    <a:pt x="433560" y="0"/>
                  </a:lnTo>
                  <a:lnTo>
                    <a:pt x="444446" y="2108"/>
                  </a:lnTo>
                  <a:lnTo>
                    <a:pt x="453593" y="8013"/>
                  </a:lnTo>
                  <a:lnTo>
                    <a:pt x="459893" y="17080"/>
                  </a:lnTo>
                  <a:lnTo>
                    <a:pt x="462239" y="28678"/>
                  </a:lnTo>
                  <a:lnTo>
                    <a:pt x="459893" y="40277"/>
                  </a:lnTo>
                  <a:lnTo>
                    <a:pt x="453593" y="49344"/>
                  </a:lnTo>
                  <a:lnTo>
                    <a:pt x="444446" y="55249"/>
                  </a:lnTo>
                  <a:lnTo>
                    <a:pt x="433560" y="57358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2219" y="1981458"/>
              <a:ext cx="84350" cy="8435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93583" y="2642767"/>
              <a:ext cx="3480435" cy="1630045"/>
            </a:xfrm>
            <a:custGeom>
              <a:avLst/>
              <a:gdLst/>
              <a:ahLst/>
              <a:cxnLst/>
              <a:rect l="l" t="t" r="r" b="b"/>
              <a:pathLst>
                <a:path w="3480435" h="1630045">
                  <a:moveTo>
                    <a:pt x="37109" y="1116799"/>
                  </a:moveTo>
                  <a:lnTo>
                    <a:pt x="22771" y="1119746"/>
                  </a:lnTo>
                  <a:lnTo>
                    <a:pt x="10960" y="1127760"/>
                  </a:lnTo>
                  <a:lnTo>
                    <a:pt x="2946" y="1139571"/>
                  </a:lnTo>
                  <a:lnTo>
                    <a:pt x="0" y="1153909"/>
                  </a:lnTo>
                  <a:lnTo>
                    <a:pt x="0" y="1592529"/>
                  </a:lnTo>
                  <a:lnTo>
                    <a:pt x="2946" y="1606880"/>
                  </a:lnTo>
                  <a:lnTo>
                    <a:pt x="10960" y="1618678"/>
                  </a:lnTo>
                  <a:lnTo>
                    <a:pt x="22771" y="1626692"/>
                  </a:lnTo>
                  <a:lnTo>
                    <a:pt x="37109" y="1629651"/>
                  </a:lnTo>
                  <a:lnTo>
                    <a:pt x="37109" y="1116799"/>
                  </a:lnTo>
                  <a:close/>
                </a:path>
                <a:path w="3480435" h="1630045">
                  <a:moveTo>
                    <a:pt x="37109" y="494296"/>
                  </a:moveTo>
                  <a:lnTo>
                    <a:pt x="22771" y="496989"/>
                  </a:lnTo>
                  <a:lnTo>
                    <a:pt x="10960" y="504418"/>
                  </a:lnTo>
                  <a:lnTo>
                    <a:pt x="2946" y="515645"/>
                  </a:lnTo>
                  <a:lnTo>
                    <a:pt x="0" y="529717"/>
                  </a:lnTo>
                  <a:lnTo>
                    <a:pt x="0" y="968336"/>
                  </a:lnTo>
                  <a:lnTo>
                    <a:pt x="2946" y="982687"/>
                  </a:lnTo>
                  <a:lnTo>
                    <a:pt x="10960" y="994486"/>
                  </a:lnTo>
                  <a:lnTo>
                    <a:pt x="22771" y="1002499"/>
                  </a:lnTo>
                  <a:lnTo>
                    <a:pt x="37109" y="1005459"/>
                  </a:lnTo>
                  <a:lnTo>
                    <a:pt x="37109" y="494296"/>
                  </a:lnTo>
                  <a:close/>
                </a:path>
                <a:path w="3480435" h="1630045">
                  <a:moveTo>
                    <a:pt x="37109" y="0"/>
                  </a:moveTo>
                  <a:lnTo>
                    <a:pt x="22771" y="2692"/>
                  </a:lnTo>
                  <a:lnTo>
                    <a:pt x="10960" y="10121"/>
                  </a:lnTo>
                  <a:lnTo>
                    <a:pt x="2946" y="21348"/>
                  </a:lnTo>
                  <a:lnTo>
                    <a:pt x="0" y="35433"/>
                  </a:lnTo>
                  <a:lnTo>
                    <a:pt x="0" y="246303"/>
                  </a:lnTo>
                  <a:lnTo>
                    <a:pt x="2946" y="260642"/>
                  </a:lnTo>
                  <a:lnTo>
                    <a:pt x="10960" y="272453"/>
                  </a:lnTo>
                  <a:lnTo>
                    <a:pt x="22771" y="280466"/>
                  </a:lnTo>
                  <a:lnTo>
                    <a:pt x="37109" y="283413"/>
                  </a:lnTo>
                  <a:lnTo>
                    <a:pt x="37109" y="0"/>
                  </a:lnTo>
                  <a:close/>
                </a:path>
                <a:path w="3480435" h="1630045">
                  <a:moveTo>
                    <a:pt x="3480282" y="700112"/>
                  </a:moveTo>
                  <a:lnTo>
                    <a:pt x="3477336" y="685774"/>
                  </a:lnTo>
                  <a:lnTo>
                    <a:pt x="3469322" y="673963"/>
                  </a:lnTo>
                  <a:lnTo>
                    <a:pt x="3457511" y="665949"/>
                  </a:lnTo>
                  <a:lnTo>
                    <a:pt x="3443173" y="662990"/>
                  </a:lnTo>
                  <a:lnTo>
                    <a:pt x="3443173" y="1484566"/>
                  </a:lnTo>
                  <a:lnTo>
                    <a:pt x="3457511" y="1481620"/>
                  </a:lnTo>
                  <a:lnTo>
                    <a:pt x="3469322" y="1473606"/>
                  </a:lnTo>
                  <a:lnTo>
                    <a:pt x="3477336" y="1461795"/>
                  </a:lnTo>
                  <a:lnTo>
                    <a:pt x="3480282" y="1447457"/>
                  </a:lnTo>
                  <a:lnTo>
                    <a:pt x="3480282" y="700112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30699" y="1731781"/>
              <a:ext cx="3406140" cy="6884670"/>
            </a:xfrm>
            <a:custGeom>
              <a:avLst/>
              <a:gdLst/>
              <a:ahLst/>
              <a:cxnLst/>
              <a:rect l="l" t="t" r="r" b="b"/>
              <a:pathLst>
                <a:path w="3406140" h="6884670">
                  <a:moveTo>
                    <a:pt x="2901647" y="6884666"/>
                  </a:moveTo>
                  <a:lnTo>
                    <a:pt x="504414" y="6884666"/>
                  </a:lnTo>
                  <a:lnTo>
                    <a:pt x="455870" y="6882355"/>
                  </a:lnTo>
                  <a:lnTo>
                    <a:pt x="408625" y="6875562"/>
                  </a:lnTo>
                  <a:lnTo>
                    <a:pt x="362890" y="6864501"/>
                  </a:lnTo>
                  <a:lnTo>
                    <a:pt x="318877" y="6849383"/>
                  </a:lnTo>
                  <a:lnTo>
                    <a:pt x="276799" y="6830421"/>
                  </a:lnTo>
                  <a:lnTo>
                    <a:pt x="236867" y="6807827"/>
                  </a:lnTo>
                  <a:lnTo>
                    <a:pt x="199295" y="6781812"/>
                  </a:lnTo>
                  <a:lnTo>
                    <a:pt x="164293" y="6752590"/>
                  </a:lnTo>
                  <a:lnTo>
                    <a:pt x="132076" y="6720372"/>
                  </a:lnTo>
                  <a:lnTo>
                    <a:pt x="102853" y="6685371"/>
                  </a:lnTo>
                  <a:lnTo>
                    <a:pt x="76839" y="6647798"/>
                  </a:lnTo>
                  <a:lnTo>
                    <a:pt x="54244" y="6607867"/>
                  </a:lnTo>
                  <a:lnTo>
                    <a:pt x="35282" y="6565789"/>
                  </a:lnTo>
                  <a:lnTo>
                    <a:pt x="20189" y="6521848"/>
                  </a:lnTo>
                  <a:lnTo>
                    <a:pt x="9103" y="6476041"/>
                  </a:lnTo>
                  <a:lnTo>
                    <a:pt x="2311" y="6428795"/>
                  </a:lnTo>
                  <a:lnTo>
                    <a:pt x="80" y="6381938"/>
                  </a:lnTo>
                  <a:lnTo>
                    <a:pt x="0" y="504414"/>
                  </a:lnTo>
                  <a:lnTo>
                    <a:pt x="632" y="478872"/>
                  </a:lnTo>
                  <a:lnTo>
                    <a:pt x="5693" y="427787"/>
                  </a:lnTo>
                  <a:lnTo>
                    <a:pt x="15393" y="378732"/>
                  </a:lnTo>
                  <a:lnTo>
                    <a:pt x="28315" y="336821"/>
                  </a:lnTo>
                  <a:lnTo>
                    <a:pt x="50610" y="285103"/>
                  </a:lnTo>
                  <a:lnTo>
                    <a:pt x="74228" y="242928"/>
                  </a:lnTo>
                  <a:lnTo>
                    <a:pt x="111922" y="187573"/>
                  </a:lnTo>
                  <a:lnTo>
                    <a:pt x="148456" y="146769"/>
                  </a:lnTo>
                  <a:lnTo>
                    <a:pt x="157313" y="138914"/>
                  </a:lnTo>
                  <a:lnTo>
                    <a:pt x="175026" y="122571"/>
                  </a:lnTo>
                  <a:lnTo>
                    <a:pt x="222355" y="86052"/>
                  </a:lnTo>
                  <a:lnTo>
                    <a:pt x="263807" y="60987"/>
                  </a:lnTo>
                  <a:lnTo>
                    <a:pt x="307915" y="39819"/>
                  </a:lnTo>
                  <a:lnTo>
                    <a:pt x="354354" y="22840"/>
                  </a:lnTo>
                  <a:lnTo>
                    <a:pt x="402800" y="10348"/>
                  </a:lnTo>
                  <a:lnTo>
                    <a:pt x="453504" y="2547"/>
                  </a:lnTo>
                  <a:lnTo>
                    <a:pt x="454657" y="2547"/>
                  </a:lnTo>
                  <a:lnTo>
                    <a:pt x="504414" y="0"/>
                  </a:lnTo>
                  <a:lnTo>
                    <a:pt x="2903334" y="0"/>
                  </a:lnTo>
                  <a:lnTo>
                    <a:pt x="2954732" y="2547"/>
                  </a:lnTo>
                  <a:lnTo>
                    <a:pt x="3004653" y="10053"/>
                  </a:lnTo>
                  <a:lnTo>
                    <a:pt x="3052863" y="22309"/>
                  </a:lnTo>
                  <a:lnTo>
                    <a:pt x="3084337" y="33740"/>
                  </a:lnTo>
                  <a:lnTo>
                    <a:pt x="504414" y="33740"/>
                  </a:lnTo>
                  <a:lnTo>
                    <a:pt x="456314" y="36172"/>
                  </a:lnTo>
                  <a:lnTo>
                    <a:pt x="409599" y="43311"/>
                  </a:lnTo>
                  <a:lnTo>
                    <a:pt x="364504" y="54924"/>
                  </a:lnTo>
                  <a:lnTo>
                    <a:pt x="321268" y="70775"/>
                  </a:lnTo>
                  <a:lnTo>
                    <a:pt x="280128" y="90629"/>
                  </a:lnTo>
                  <a:lnTo>
                    <a:pt x="241320" y="114251"/>
                  </a:lnTo>
                  <a:lnTo>
                    <a:pt x="205083" y="141408"/>
                  </a:lnTo>
                  <a:lnTo>
                    <a:pt x="171652" y="171863"/>
                  </a:lnTo>
                  <a:lnTo>
                    <a:pt x="141266" y="205383"/>
                  </a:lnTo>
                  <a:lnTo>
                    <a:pt x="114162" y="241732"/>
                  </a:lnTo>
                  <a:lnTo>
                    <a:pt x="90577" y="280676"/>
                  </a:lnTo>
                  <a:lnTo>
                    <a:pt x="70748" y="321980"/>
                  </a:lnTo>
                  <a:lnTo>
                    <a:pt x="54913" y="365409"/>
                  </a:lnTo>
                  <a:lnTo>
                    <a:pt x="43308" y="410729"/>
                  </a:lnTo>
                  <a:lnTo>
                    <a:pt x="36171" y="457705"/>
                  </a:lnTo>
                  <a:lnTo>
                    <a:pt x="33824" y="504414"/>
                  </a:lnTo>
                  <a:lnTo>
                    <a:pt x="33740" y="6381938"/>
                  </a:lnTo>
                  <a:lnTo>
                    <a:pt x="36108" y="6428795"/>
                  </a:lnTo>
                  <a:lnTo>
                    <a:pt x="36171" y="6430038"/>
                  </a:lnTo>
                  <a:lnTo>
                    <a:pt x="43199" y="6476041"/>
                  </a:lnTo>
                  <a:lnTo>
                    <a:pt x="43308" y="6476753"/>
                  </a:lnTo>
                  <a:lnTo>
                    <a:pt x="54913" y="6521848"/>
                  </a:lnTo>
                  <a:lnTo>
                    <a:pt x="70748" y="6565084"/>
                  </a:lnTo>
                  <a:lnTo>
                    <a:pt x="90577" y="6606225"/>
                  </a:lnTo>
                  <a:lnTo>
                    <a:pt x="114162" y="6645032"/>
                  </a:lnTo>
                  <a:lnTo>
                    <a:pt x="141266" y="6681270"/>
                  </a:lnTo>
                  <a:lnTo>
                    <a:pt x="171652" y="6714700"/>
                  </a:lnTo>
                  <a:lnTo>
                    <a:pt x="205083" y="6745086"/>
                  </a:lnTo>
                  <a:lnTo>
                    <a:pt x="241320" y="6772190"/>
                  </a:lnTo>
                  <a:lnTo>
                    <a:pt x="280128" y="6795775"/>
                  </a:lnTo>
                  <a:lnTo>
                    <a:pt x="321268" y="6815604"/>
                  </a:lnTo>
                  <a:lnTo>
                    <a:pt x="364504" y="6831440"/>
                  </a:lnTo>
                  <a:lnTo>
                    <a:pt x="409599" y="6843044"/>
                  </a:lnTo>
                  <a:lnTo>
                    <a:pt x="456314" y="6850181"/>
                  </a:lnTo>
                  <a:lnTo>
                    <a:pt x="504414" y="6852613"/>
                  </a:lnTo>
                  <a:lnTo>
                    <a:pt x="3077782" y="6852613"/>
                  </a:lnTo>
                  <a:lnTo>
                    <a:pt x="3043172" y="6864501"/>
                  </a:lnTo>
                  <a:lnTo>
                    <a:pt x="2997436" y="6875562"/>
                  </a:lnTo>
                  <a:lnTo>
                    <a:pt x="2950191" y="6882355"/>
                  </a:lnTo>
                  <a:lnTo>
                    <a:pt x="2901647" y="6884666"/>
                  </a:lnTo>
                  <a:close/>
                </a:path>
                <a:path w="3406140" h="6884670">
                  <a:moveTo>
                    <a:pt x="3077782" y="6852613"/>
                  </a:moveTo>
                  <a:lnTo>
                    <a:pt x="2901647" y="6852613"/>
                  </a:lnTo>
                  <a:lnTo>
                    <a:pt x="2949747" y="6850181"/>
                  </a:lnTo>
                  <a:lnTo>
                    <a:pt x="2996462" y="6843044"/>
                  </a:lnTo>
                  <a:lnTo>
                    <a:pt x="3041557" y="6831440"/>
                  </a:lnTo>
                  <a:lnTo>
                    <a:pt x="3084793" y="6815604"/>
                  </a:lnTo>
                  <a:lnTo>
                    <a:pt x="3125934" y="6795775"/>
                  </a:lnTo>
                  <a:lnTo>
                    <a:pt x="3164741" y="6772190"/>
                  </a:lnTo>
                  <a:lnTo>
                    <a:pt x="3200979" y="6745086"/>
                  </a:lnTo>
                  <a:lnTo>
                    <a:pt x="3234409" y="6714700"/>
                  </a:lnTo>
                  <a:lnTo>
                    <a:pt x="3264795" y="6681270"/>
                  </a:lnTo>
                  <a:lnTo>
                    <a:pt x="3291899" y="6645032"/>
                  </a:lnTo>
                  <a:lnTo>
                    <a:pt x="3315484" y="6606225"/>
                  </a:lnTo>
                  <a:lnTo>
                    <a:pt x="3335313" y="6565084"/>
                  </a:lnTo>
                  <a:lnTo>
                    <a:pt x="3351149" y="6521848"/>
                  </a:lnTo>
                  <a:lnTo>
                    <a:pt x="3362754" y="6476753"/>
                  </a:lnTo>
                  <a:lnTo>
                    <a:pt x="3369890" y="6430038"/>
                  </a:lnTo>
                  <a:lnTo>
                    <a:pt x="3372322" y="6381938"/>
                  </a:lnTo>
                  <a:lnTo>
                    <a:pt x="3372322" y="504414"/>
                  </a:lnTo>
                  <a:lnTo>
                    <a:pt x="3369961" y="457705"/>
                  </a:lnTo>
                  <a:lnTo>
                    <a:pt x="3369890" y="456315"/>
                  </a:lnTo>
                  <a:lnTo>
                    <a:pt x="3362754" y="409599"/>
                  </a:lnTo>
                  <a:lnTo>
                    <a:pt x="3351149" y="364505"/>
                  </a:lnTo>
                  <a:lnTo>
                    <a:pt x="3335313" y="321268"/>
                  </a:lnTo>
                  <a:lnTo>
                    <a:pt x="3315484" y="280128"/>
                  </a:lnTo>
                  <a:lnTo>
                    <a:pt x="3291899" y="241320"/>
                  </a:lnTo>
                  <a:lnTo>
                    <a:pt x="3264795" y="205083"/>
                  </a:lnTo>
                  <a:lnTo>
                    <a:pt x="3234409" y="171652"/>
                  </a:lnTo>
                  <a:lnTo>
                    <a:pt x="3200979" y="141266"/>
                  </a:lnTo>
                  <a:lnTo>
                    <a:pt x="3164860" y="114251"/>
                  </a:lnTo>
                  <a:lnTo>
                    <a:pt x="3126018" y="90629"/>
                  </a:lnTo>
                  <a:lnTo>
                    <a:pt x="3084848" y="70775"/>
                  </a:lnTo>
                  <a:lnTo>
                    <a:pt x="3041587" y="54924"/>
                  </a:lnTo>
                  <a:lnTo>
                    <a:pt x="2996475" y="43311"/>
                  </a:lnTo>
                  <a:lnTo>
                    <a:pt x="2949750" y="36172"/>
                  </a:lnTo>
                  <a:lnTo>
                    <a:pt x="2901647" y="33740"/>
                  </a:lnTo>
                  <a:lnTo>
                    <a:pt x="3084337" y="33740"/>
                  </a:lnTo>
                  <a:lnTo>
                    <a:pt x="3143204" y="60250"/>
                  </a:lnTo>
                  <a:lnTo>
                    <a:pt x="3184863" y="85520"/>
                  </a:lnTo>
                  <a:lnTo>
                    <a:pt x="3223866" y="114716"/>
                  </a:lnTo>
                  <a:lnTo>
                    <a:pt x="3259293" y="146769"/>
                  </a:lnTo>
                  <a:lnTo>
                    <a:pt x="3295115" y="187811"/>
                  </a:lnTo>
                  <a:lnTo>
                    <a:pt x="3320657" y="222684"/>
                  </a:lnTo>
                  <a:lnTo>
                    <a:pt x="3345962" y="263383"/>
                  </a:lnTo>
                  <a:lnTo>
                    <a:pt x="3364678" y="301842"/>
                  </a:lnTo>
                  <a:lnTo>
                    <a:pt x="3384131" y="354271"/>
                  </a:lnTo>
                  <a:lnTo>
                    <a:pt x="3395940" y="403194"/>
                  </a:lnTo>
                  <a:lnTo>
                    <a:pt x="3403532" y="452539"/>
                  </a:lnTo>
                  <a:lnTo>
                    <a:pt x="3406062" y="504414"/>
                  </a:lnTo>
                  <a:lnTo>
                    <a:pt x="3405982" y="6381938"/>
                  </a:lnTo>
                  <a:lnTo>
                    <a:pt x="3403751" y="6428795"/>
                  </a:lnTo>
                  <a:lnTo>
                    <a:pt x="3396959" y="6476041"/>
                  </a:lnTo>
                  <a:lnTo>
                    <a:pt x="3385873" y="6521848"/>
                  </a:lnTo>
                  <a:lnTo>
                    <a:pt x="3370780" y="6565789"/>
                  </a:lnTo>
                  <a:lnTo>
                    <a:pt x="3351817" y="6607867"/>
                  </a:lnTo>
                  <a:lnTo>
                    <a:pt x="3329223" y="6647798"/>
                  </a:lnTo>
                  <a:lnTo>
                    <a:pt x="3303208" y="6685371"/>
                  </a:lnTo>
                  <a:lnTo>
                    <a:pt x="3273986" y="6720372"/>
                  </a:lnTo>
                  <a:lnTo>
                    <a:pt x="3241768" y="6752590"/>
                  </a:lnTo>
                  <a:lnTo>
                    <a:pt x="3206767" y="6781812"/>
                  </a:lnTo>
                  <a:lnTo>
                    <a:pt x="3169194" y="6807827"/>
                  </a:lnTo>
                  <a:lnTo>
                    <a:pt x="3129263" y="6830421"/>
                  </a:lnTo>
                  <a:lnTo>
                    <a:pt x="3087184" y="6849383"/>
                  </a:lnTo>
                  <a:lnTo>
                    <a:pt x="3077782" y="6852613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8935325" y="1127148"/>
            <a:ext cx="6116320" cy="57721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none" sz="3600" spc="295">
                <a:latin typeface="Times New Roman"/>
                <a:cs typeface="Times New Roman"/>
              </a:rPr>
              <a:t>TABLA</a:t>
            </a:r>
            <a:r>
              <a:rPr dirty="0" u="none" sz="3600" spc="740">
                <a:latin typeface="Times New Roman"/>
                <a:cs typeface="Times New Roman"/>
              </a:rPr>
              <a:t> </a:t>
            </a:r>
            <a:r>
              <a:rPr dirty="0" u="none" sz="3600" spc="185">
                <a:latin typeface="Times New Roman"/>
                <a:cs typeface="Times New Roman"/>
              </a:rPr>
              <a:t>DE</a:t>
            </a:r>
            <a:r>
              <a:rPr dirty="0" u="none" sz="3600" spc="755">
                <a:latin typeface="Times New Roman"/>
                <a:cs typeface="Times New Roman"/>
              </a:rPr>
              <a:t> </a:t>
            </a:r>
            <a:r>
              <a:rPr dirty="0" u="none" sz="3600" spc="315">
                <a:latin typeface="Times New Roman"/>
                <a:cs typeface="Times New Roman"/>
              </a:rPr>
              <a:t>CONTENIDO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415290" indent="-2533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415290" algn="l"/>
              </a:tabLst>
            </a:pPr>
            <a:r>
              <a:rPr dirty="0"/>
              <a:t>Aplicación</a:t>
            </a:r>
            <a:r>
              <a:rPr dirty="0" spc="-80"/>
              <a:t> </a:t>
            </a:r>
            <a:r>
              <a:rPr dirty="0" spc="-30"/>
              <a:t>Web </a:t>
            </a:r>
            <a:r>
              <a:rPr dirty="0"/>
              <a:t>para</a:t>
            </a:r>
            <a:r>
              <a:rPr dirty="0" spc="-35"/>
              <a:t> </a:t>
            </a:r>
            <a:r>
              <a:rPr dirty="0"/>
              <a:t>Emprendedores</a:t>
            </a:r>
            <a:r>
              <a:rPr dirty="0" spc="-30"/>
              <a:t> </a:t>
            </a:r>
            <a:r>
              <a:rPr dirty="0"/>
              <a:t>(MC</a:t>
            </a:r>
            <a:r>
              <a:rPr dirty="0" spc="-35"/>
              <a:t> </a:t>
            </a:r>
            <a:r>
              <a:rPr dirty="0" spc="-10"/>
              <a:t>BackPack).................4</a:t>
            </a:r>
          </a:p>
          <a:p>
            <a:pPr marL="415290" indent="-25336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 spc="-10"/>
              <a:t>Pregunta.........................................................................................5</a:t>
            </a:r>
          </a:p>
          <a:p>
            <a:pPr marL="415290" indent="-25336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Contexto y </a:t>
            </a:r>
            <a:r>
              <a:rPr dirty="0" spc="-10"/>
              <a:t>Problemática...............................................................5</a:t>
            </a:r>
          </a:p>
          <a:p>
            <a:pPr marL="415290" indent="-25336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Perfiles</a:t>
            </a:r>
            <a:r>
              <a:rPr dirty="0" spc="-15"/>
              <a:t> </a:t>
            </a:r>
            <a:r>
              <a:rPr dirty="0"/>
              <a:t>de</a:t>
            </a:r>
            <a:r>
              <a:rPr dirty="0" spc="-15"/>
              <a:t> </a:t>
            </a:r>
            <a:r>
              <a:rPr dirty="0" spc="-10"/>
              <a:t>Usuario........................................................................6</a:t>
            </a:r>
          </a:p>
          <a:p>
            <a:pPr marL="415290" indent="-25336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Objetivo</a:t>
            </a:r>
            <a:r>
              <a:rPr dirty="0" spc="-20"/>
              <a:t> </a:t>
            </a:r>
            <a:r>
              <a:rPr dirty="0" spc="-10"/>
              <a:t>General...........................................................................7</a:t>
            </a:r>
          </a:p>
          <a:p>
            <a:pPr marL="415290" indent="-25336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Objetivos</a:t>
            </a:r>
            <a:r>
              <a:rPr dirty="0" spc="-20"/>
              <a:t> </a:t>
            </a:r>
            <a:r>
              <a:rPr dirty="0" spc="-10"/>
              <a:t>específicos....................................................................8</a:t>
            </a:r>
          </a:p>
          <a:p>
            <a:pPr marL="415290" indent="-25336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Arquitectura</a:t>
            </a:r>
            <a:r>
              <a:rPr dirty="0" spc="-20"/>
              <a:t> </a:t>
            </a:r>
            <a:r>
              <a:rPr dirty="0"/>
              <a:t>y</a:t>
            </a:r>
            <a:r>
              <a:rPr dirty="0" spc="-15"/>
              <a:t> </a:t>
            </a:r>
            <a:r>
              <a:rPr dirty="0" spc="-10"/>
              <a:t>Navegación...........................................................9</a:t>
            </a:r>
          </a:p>
          <a:p>
            <a:pPr marL="415290" indent="-25336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Diseño</a:t>
            </a:r>
            <a:r>
              <a:rPr dirty="0" spc="-10"/>
              <a:t> </a:t>
            </a:r>
            <a:r>
              <a:rPr dirty="0"/>
              <a:t>y</a:t>
            </a:r>
            <a:r>
              <a:rPr dirty="0" spc="-10"/>
              <a:t> prototipo.......................................................................10</a:t>
            </a:r>
          </a:p>
          <a:p>
            <a:pPr marL="415290" indent="-25336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Demostración</a:t>
            </a:r>
            <a:r>
              <a:rPr dirty="0" spc="-15"/>
              <a:t> </a:t>
            </a:r>
            <a:r>
              <a:rPr dirty="0"/>
              <a:t>en</a:t>
            </a:r>
            <a:r>
              <a:rPr dirty="0" spc="-10"/>
              <a:t> vivo...................................................................11</a:t>
            </a:r>
          </a:p>
          <a:p>
            <a:pPr marL="415290" indent="-40259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Explicación</a:t>
            </a:r>
            <a:r>
              <a:rPr dirty="0" spc="-10"/>
              <a:t> </a:t>
            </a:r>
            <a:r>
              <a:rPr dirty="0"/>
              <a:t>del</a:t>
            </a:r>
            <a:r>
              <a:rPr dirty="0" spc="-5"/>
              <a:t> </a:t>
            </a:r>
            <a:r>
              <a:rPr dirty="0" spc="-10"/>
              <a:t>código..................................................................12</a:t>
            </a:r>
          </a:p>
          <a:p>
            <a:pPr marL="414655" indent="-39116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4655" algn="l"/>
              </a:tabLst>
            </a:pPr>
            <a:r>
              <a:rPr dirty="0"/>
              <a:t>Características</a:t>
            </a:r>
            <a:r>
              <a:rPr dirty="0" spc="-20"/>
              <a:t> </a:t>
            </a:r>
            <a:r>
              <a:rPr dirty="0" spc="-10"/>
              <a:t>clave.....................................................................13</a:t>
            </a:r>
          </a:p>
          <a:p>
            <a:pPr marL="415290" indent="-40259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Pruebas</a:t>
            </a:r>
            <a:r>
              <a:rPr dirty="0" spc="-15"/>
              <a:t> </a:t>
            </a:r>
            <a:r>
              <a:rPr dirty="0"/>
              <a:t>con</a:t>
            </a:r>
            <a:r>
              <a:rPr dirty="0" spc="-10"/>
              <a:t> </a:t>
            </a:r>
            <a:r>
              <a:rPr dirty="0"/>
              <a:t>Usuarios</a:t>
            </a:r>
            <a:r>
              <a:rPr dirty="0" spc="-15"/>
              <a:t> </a:t>
            </a:r>
            <a:r>
              <a:rPr dirty="0"/>
              <a:t>y</a:t>
            </a:r>
            <a:r>
              <a:rPr dirty="0" spc="-140"/>
              <a:t> </a:t>
            </a:r>
            <a:r>
              <a:rPr dirty="0" spc="-10"/>
              <a:t>Accesibilidad..........................................14</a:t>
            </a:r>
          </a:p>
          <a:p>
            <a:pPr marL="415290" indent="-40259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Conclusión</a:t>
            </a:r>
            <a:r>
              <a:rPr dirty="0" spc="-10"/>
              <a:t> </a:t>
            </a:r>
            <a:r>
              <a:rPr dirty="0"/>
              <a:t>Lecciones</a:t>
            </a:r>
            <a:r>
              <a:rPr dirty="0" spc="-5"/>
              <a:t> </a:t>
            </a:r>
            <a:r>
              <a:rPr dirty="0" spc="-10"/>
              <a:t>aprendidas.................................................15</a:t>
            </a:r>
          </a:p>
          <a:p>
            <a:pPr marL="415290" indent="-40259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Lecciones</a:t>
            </a:r>
            <a:r>
              <a:rPr dirty="0" spc="-15"/>
              <a:t> </a:t>
            </a:r>
            <a:r>
              <a:rPr dirty="0" spc="-10"/>
              <a:t>aprendidas.....................................................................15</a:t>
            </a:r>
          </a:p>
          <a:p>
            <a:pPr marL="415290" indent="-40259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/>
              <a:t>Mejoras</a:t>
            </a:r>
            <a:r>
              <a:rPr dirty="0" spc="-10"/>
              <a:t> futuras..............................................................................16</a:t>
            </a:r>
          </a:p>
          <a:p>
            <a:pPr marL="415290" indent="-40259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415290" algn="l"/>
              </a:tabLst>
            </a:pPr>
            <a:r>
              <a:rPr dirty="0" spc="-10"/>
              <a:t>Referencias.....................................................................................17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43426" y="6093752"/>
            <a:ext cx="2494280" cy="2494280"/>
          </a:xfrm>
          <a:custGeom>
            <a:avLst/>
            <a:gdLst/>
            <a:ahLst/>
            <a:cxnLst/>
            <a:rect l="l" t="t" r="r" b="b"/>
            <a:pathLst>
              <a:path w="2494279" h="2494279">
                <a:moveTo>
                  <a:pt x="1247105" y="0"/>
                </a:moveTo>
                <a:lnTo>
                  <a:pt x="1199269" y="900"/>
                </a:lnTo>
                <a:lnTo>
                  <a:pt x="1151888" y="3580"/>
                </a:lnTo>
                <a:lnTo>
                  <a:pt x="1104996" y="8007"/>
                </a:lnTo>
                <a:lnTo>
                  <a:pt x="1058623" y="14150"/>
                </a:lnTo>
                <a:lnTo>
                  <a:pt x="1012803" y="21975"/>
                </a:lnTo>
                <a:lnTo>
                  <a:pt x="967567" y="31450"/>
                </a:lnTo>
                <a:lnTo>
                  <a:pt x="922949" y="42543"/>
                </a:lnTo>
                <a:lnTo>
                  <a:pt x="878979" y="55223"/>
                </a:lnTo>
                <a:lnTo>
                  <a:pt x="835692" y="69455"/>
                </a:lnTo>
                <a:lnTo>
                  <a:pt x="793118" y="85209"/>
                </a:lnTo>
                <a:lnTo>
                  <a:pt x="751290" y="102452"/>
                </a:lnTo>
                <a:lnTo>
                  <a:pt x="710240" y="121151"/>
                </a:lnTo>
                <a:lnTo>
                  <a:pt x="670002" y="141275"/>
                </a:lnTo>
                <a:lnTo>
                  <a:pt x="630606" y="162790"/>
                </a:lnTo>
                <a:lnTo>
                  <a:pt x="592085" y="185666"/>
                </a:lnTo>
                <a:lnTo>
                  <a:pt x="554472" y="209868"/>
                </a:lnTo>
                <a:lnTo>
                  <a:pt x="517799" y="235366"/>
                </a:lnTo>
                <a:lnTo>
                  <a:pt x="482099" y="262127"/>
                </a:lnTo>
                <a:lnTo>
                  <a:pt x="447402" y="290118"/>
                </a:lnTo>
                <a:lnTo>
                  <a:pt x="413743" y="319308"/>
                </a:lnTo>
                <a:lnTo>
                  <a:pt x="381152" y="349663"/>
                </a:lnTo>
                <a:lnTo>
                  <a:pt x="349663" y="381152"/>
                </a:lnTo>
                <a:lnTo>
                  <a:pt x="319308" y="413743"/>
                </a:lnTo>
                <a:lnTo>
                  <a:pt x="290118" y="447402"/>
                </a:lnTo>
                <a:lnTo>
                  <a:pt x="262127" y="482099"/>
                </a:lnTo>
                <a:lnTo>
                  <a:pt x="235366" y="517799"/>
                </a:lnTo>
                <a:lnTo>
                  <a:pt x="209868" y="554472"/>
                </a:lnTo>
                <a:lnTo>
                  <a:pt x="185666" y="592085"/>
                </a:lnTo>
                <a:lnTo>
                  <a:pt x="162790" y="630606"/>
                </a:lnTo>
                <a:lnTo>
                  <a:pt x="141275" y="670002"/>
                </a:lnTo>
                <a:lnTo>
                  <a:pt x="121151" y="710240"/>
                </a:lnTo>
                <a:lnTo>
                  <a:pt x="102452" y="751290"/>
                </a:lnTo>
                <a:lnTo>
                  <a:pt x="85209" y="793118"/>
                </a:lnTo>
                <a:lnTo>
                  <a:pt x="69455" y="835692"/>
                </a:lnTo>
                <a:lnTo>
                  <a:pt x="55223" y="878979"/>
                </a:lnTo>
                <a:lnTo>
                  <a:pt x="42543" y="922949"/>
                </a:lnTo>
                <a:lnTo>
                  <a:pt x="31450" y="967567"/>
                </a:lnTo>
                <a:lnTo>
                  <a:pt x="21975" y="1012803"/>
                </a:lnTo>
                <a:lnTo>
                  <a:pt x="14150" y="1058623"/>
                </a:lnTo>
                <a:lnTo>
                  <a:pt x="8007" y="1104996"/>
                </a:lnTo>
                <a:lnTo>
                  <a:pt x="3580" y="1151888"/>
                </a:lnTo>
                <a:lnTo>
                  <a:pt x="900" y="1199269"/>
                </a:lnTo>
                <a:lnTo>
                  <a:pt x="0" y="1247105"/>
                </a:lnTo>
                <a:lnTo>
                  <a:pt x="900" y="1294940"/>
                </a:lnTo>
                <a:lnTo>
                  <a:pt x="3580" y="1342321"/>
                </a:lnTo>
                <a:lnTo>
                  <a:pt x="8007" y="1389213"/>
                </a:lnTo>
                <a:lnTo>
                  <a:pt x="14150" y="1435586"/>
                </a:lnTo>
                <a:lnTo>
                  <a:pt x="21975" y="1481406"/>
                </a:lnTo>
                <a:lnTo>
                  <a:pt x="31450" y="1526642"/>
                </a:lnTo>
                <a:lnTo>
                  <a:pt x="42543" y="1571260"/>
                </a:lnTo>
                <a:lnTo>
                  <a:pt x="55223" y="1615230"/>
                </a:lnTo>
                <a:lnTo>
                  <a:pt x="69455" y="1658518"/>
                </a:lnTo>
                <a:lnTo>
                  <a:pt x="85209" y="1701092"/>
                </a:lnTo>
                <a:lnTo>
                  <a:pt x="102452" y="1742919"/>
                </a:lnTo>
                <a:lnTo>
                  <a:pt x="121151" y="1783969"/>
                </a:lnTo>
                <a:lnTo>
                  <a:pt x="141275" y="1824208"/>
                </a:lnTo>
                <a:lnTo>
                  <a:pt x="162790" y="1863603"/>
                </a:lnTo>
                <a:lnTo>
                  <a:pt x="185666" y="1902124"/>
                </a:lnTo>
                <a:lnTo>
                  <a:pt x="209868" y="1939737"/>
                </a:lnTo>
                <a:lnTo>
                  <a:pt x="235366" y="1976410"/>
                </a:lnTo>
                <a:lnTo>
                  <a:pt x="262127" y="2012111"/>
                </a:lnTo>
                <a:lnTo>
                  <a:pt x="290118" y="2046807"/>
                </a:lnTo>
                <a:lnTo>
                  <a:pt x="319308" y="2080466"/>
                </a:lnTo>
                <a:lnTo>
                  <a:pt x="349663" y="2113057"/>
                </a:lnTo>
                <a:lnTo>
                  <a:pt x="381152" y="2144546"/>
                </a:lnTo>
                <a:lnTo>
                  <a:pt x="413743" y="2174901"/>
                </a:lnTo>
                <a:lnTo>
                  <a:pt x="447402" y="2204091"/>
                </a:lnTo>
                <a:lnTo>
                  <a:pt x="482099" y="2232082"/>
                </a:lnTo>
                <a:lnTo>
                  <a:pt x="517799" y="2258843"/>
                </a:lnTo>
                <a:lnTo>
                  <a:pt x="554472" y="2284341"/>
                </a:lnTo>
                <a:lnTo>
                  <a:pt x="592085" y="2308544"/>
                </a:lnTo>
                <a:lnTo>
                  <a:pt x="630606" y="2331419"/>
                </a:lnTo>
                <a:lnTo>
                  <a:pt x="670002" y="2352935"/>
                </a:lnTo>
                <a:lnTo>
                  <a:pt x="710240" y="2373058"/>
                </a:lnTo>
                <a:lnTo>
                  <a:pt x="751290" y="2391758"/>
                </a:lnTo>
                <a:lnTo>
                  <a:pt x="793118" y="2409000"/>
                </a:lnTo>
                <a:lnTo>
                  <a:pt x="835692" y="2424754"/>
                </a:lnTo>
                <a:lnTo>
                  <a:pt x="878979" y="2438987"/>
                </a:lnTo>
                <a:lnTo>
                  <a:pt x="922949" y="2451666"/>
                </a:lnTo>
                <a:lnTo>
                  <a:pt x="967567" y="2462759"/>
                </a:lnTo>
                <a:lnTo>
                  <a:pt x="1012803" y="2472235"/>
                </a:lnTo>
                <a:lnTo>
                  <a:pt x="1058623" y="2480060"/>
                </a:lnTo>
                <a:lnTo>
                  <a:pt x="1104996" y="2486202"/>
                </a:lnTo>
                <a:lnTo>
                  <a:pt x="1151888" y="2490629"/>
                </a:lnTo>
                <a:lnTo>
                  <a:pt x="1199269" y="2493309"/>
                </a:lnTo>
                <a:lnTo>
                  <a:pt x="1247105" y="2494210"/>
                </a:lnTo>
                <a:lnTo>
                  <a:pt x="1294940" y="2493309"/>
                </a:lnTo>
                <a:lnTo>
                  <a:pt x="1342321" y="2490629"/>
                </a:lnTo>
                <a:lnTo>
                  <a:pt x="1389213" y="2486202"/>
                </a:lnTo>
                <a:lnTo>
                  <a:pt x="1435586" y="2480060"/>
                </a:lnTo>
                <a:lnTo>
                  <a:pt x="1481406" y="2472235"/>
                </a:lnTo>
                <a:lnTo>
                  <a:pt x="1526642" y="2462759"/>
                </a:lnTo>
                <a:lnTo>
                  <a:pt x="1571260" y="2451666"/>
                </a:lnTo>
                <a:lnTo>
                  <a:pt x="1615230" y="2438987"/>
                </a:lnTo>
                <a:lnTo>
                  <a:pt x="1658518" y="2424754"/>
                </a:lnTo>
                <a:lnTo>
                  <a:pt x="1701092" y="2409000"/>
                </a:lnTo>
                <a:lnTo>
                  <a:pt x="1742919" y="2391758"/>
                </a:lnTo>
                <a:lnTo>
                  <a:pt x="1783969" y="2373058"/>
                </a:lnTo>
                <a:lnTo>
                  <a:pt x="1824208" y="2352935"/>
                </a:lnTo>
                <a:lnTo>
                  <a:pt x="1863603" y="2331419"/>
                </a:lnTo>
                <a:lnTo>
                  <a:pt x="1902124" y="2308544"/>
                </a:lnTo>
                <a:lnTo>
                  <a:pt x="1939737" y="2284341"/>
                </a:lnTo>
                <a:lnTo>
                  <a:pt x="1976410" y="2258843"/>
                </a:lnTo>
                <a:lnTo>
                  <a:pt x="2012111" y="2232082"/>
                </a:lnTo>
                <a:lnTo>
                  <a:pt x="2046807" y="2204091"/>
                </a:lnTo>
                <a:lnTo>
                  <a:pt x="2080466" y="2174901"/>
                </a:lnTo>
                <a:lnTo>
                  <a:pt x="2113057" y="2144546"/>
                </a:lnTo>
                <a:lnTo>
                  <a:pt x="2144546" y="2113057"/>
                </a:lnTo>
                <a:lnTo>
                  <a:pt x="2174901" y="2080466"/>
                </a:lnTo>
                <a:lnTo>
                  <a:pt x="2204091" y="2046807"/>
                </a:lnTo>
                <a:lnTo>
                  <a:pt x="2232082" y="2012111"/>
                </a:lnTo>
                <a:lnTo>
                  <a:pt x="2258843" y="1976410"/>
                </a:lnTo>
                <a:lnTo>
                  <a:pt x="2284341" y="1939737"/>
                </a:lnTo>
                <a:lnTo>
                  <a:pt x="2308544" y="1902124"/>
                </a:lnTo>
                <a:lnTo>
                  <a:pt x="2331419" y="1863603"/>
                </a:lnTo>
                <a:lnTo>
                  <a:pt x="2352935" y="1824208"/>
                </a:lnTo>
                <a:lnTo>
                  <a:pt x="2373058" y="1783969"/>
                </a:lnTo>
                <a:lnTo>
                  <a:pt x="2391758" y="1742919"/>
                </a:lnTo>
                <a:lnTo>
                  <a:pt x="2409000" y="1701092"/>
                </a:lnTo>
                <a:lnTo>
                  <a:pt x="2424754" y="1658518"/>
                </a:lnTo>
                <a:lnTo>
                  <a:pt x="2438987" y="1615230"/>
                </a:lnTo>
                <a:lnTo>
                  <a:pt x="2451666" y="1571260"/>
                </a:lnTo>
                <a:lnTo>
                  <a:pt x="2462759" y="1526642"/>
                </a:lnTo>
                <a:lnTo>
                  <a:pt x="2472235" y="1481406"/>
                </a:lnTo>
                <a:lnTo>
                  <a:pt x="2480060" y="1435586"/>
                </a:lnTo>
                <a:lnTo>
                  <a:pt x="2486202" y="1389213"/>
                </a:lnTo>
                <a:lnTo>
                  <a:pt x="2490629" y="1342321"/>
                </a:lnTo>
                <a:lnTo>
                  <a:pt x="2493309" y="1294940"/>
                </a:lnTo>
                <a:lnTo>
                  <a:pt x="2494210" y="1247105"/>
                </a:lnTo>
                <a:lnTo>
                  <a:pt x="2493309" y="1199269"/>
                </a:lnTo>
                <a:lnTo>
                  <a:pt x="2490629" y="1151888"/>
                </a:lnTo>
                <a:lnTo>
                  <a:pt x="2486202" y="1104996"/>
                </a:lnTo>
                <a:lnTo>
                  <a:pt x="2480060" y="1058623"/>
                </a:lnTo>
                <a:lnTo>
                  <a:pt x="2472235" y="1012803"/>
                </a:lnTo>
                <a:lnTo>
                  <a:pt x="2462759" y="967567"/>
                </a:lnTo>
                <a:lnTo>
                  <a:pt x="2451666" y="922949"/>
                </a:lnTo>
                <a:lnTo>
                  <a:pt x="2438987" y="878979"/>
                </a:lnTo>
                <a:lnTo>
                  <a:pt x="2424754" y="835692"/>
                </a:lnTo>
                <a:lnTo>
                  <a:pt x="2409000" y="793118"/>
                </a:lnTo>
                <a:lnTo>
                  <a:pt x="2391758" y="751290"/>
                </a:lnTo>
                <a:lnTo>
                  <a:pt x="2373058" y="710240"/>
                </a:lnTo>
                <a:lnTo>
                  <a:pt x="2352935" y="670002"/>
                </a:lnTo>
                <a:lnTo>
                  <a:pt x="2331419" y="630606"/>
                </a:lnTo>
                <a:lnTo>
                  <a:pt x="2308544" y="592085"/>
                </a:lnTo>
                <a:lnTo>
                  <a:pt x="2284341" y="554472"/>
                </a:lnTo>
                <a:lnTo>
                  <a:pt x="2258843" y="517799"/>
                </a:lnTo>
                <a:lnTo>
                  <a:pt x="2232082" y="482099"/>
                </a:lnTo>
                <a:lnTo>
                  <a:pt x="2204091" y="447402"/>
                </a:lnTo>
                <a:lnTo>
                  <a:pt x="2174901" y="413743"/>
                </a:lnTo>
                <a:lnTo>
                  <a:pt x="2144546" y="381152"/>
                </a:lnTo>
                <a:lnTo>
                  <a:pt x="2113057" y="349663"/>
                </a:lnTo>
                <a:lnTo>
                  <a:pt x="2080466" y="319308"/>
                </a:lnTo>
                <a:lnTo>
                  <a:pt x="2046807" y="290118"/>
                </a:lnTo>
                <a:lnTo>
                  <a:pt x="2012111" y="262127"/>
                </a:lnTo>
                <a:lnTo>
                  <a:pt x="1976410" y="235366"/>
                </a:lnTo>
                <a:lnTo>
                  <a:pt x="1939737" y="209868"/>
                </a:lnTo>
                <a:lnTo>
                  <a:pt x="1902124" y="185666"/>
                </a:lnTo>
                <a:lnTo>
                  <a:pt x="1863603" y="162790"/>
                </a:lnTo>
                <a:lnTo>
                  <a:pt x="1824208" y="141275"/>
                </a:lnTo>
                <a:lnTo>
                  <a:pt x="1783969" y="121151"/>
                </a:lnTo>
                <a:lnTo>
                  <a:pt x="1742919" y="102452"/>
                </a:lnTo>
                <a:lnTo>
                  <a:pt x="1701092" y="85209"/>
                </a:lnTo>
                <a:lnTo>
                  <a:pt x="1658518" y="69455"/>
                </a:lnTo>
                <a:lnTo>
                  <a:pt x="1615230" y="55223"/>
                </a:lnTo>
                <a:lnTo>
                  <a:pt x="1571260" y="42543"/>
                </a:lnTo>
                <a:lnTo>
                  <a:pt x="1526642" y="31450"/>
                </a:lnTo>
                <a:lnTo>
                  <a:pt x="1481406" y="21975"/>
                </a:lnTo>
                <a:lnTo>
                  <a:pt x="1435586" y="14150"/>
                </a:lnTo>
                <a:lnTo>
                  <a:pt x="1389213" y="8007"/>
                </a:lnTo>
                <a:lnTo>
                  <a:pt x="1342321" y="3580"/>
                </a:lnTo>
                <a:lnTo>
                  <a:pt x="1294940" y="900"/>
                </a:lnTo>
                <a:lnTo>
                  <a:pt x="1247105" y="0"/>
                </a:lnTo>
              </a:path>
            </a:pathLst>
          </a:custGeom>
          <a:ln w="2285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123218" y="1841574"/>
            <a:ext cx="3748404" cy="7415530"/>
            <a:chOff x="8123218" y="1841574"/>
            <a:chExt cx="3748404" cy="7415530"/>
          </a:xfrm>
        </p:grpSpPr>
        <p:sp>
          <p:nvSpPr>
            <p:cNvPr id="4" name="object 4"/>
            <p:cNvSpPr/>
            <p:nvPr/>
          </p:nvSpPr>
          <p:spPr>
            <a:xfrm>
              <a:off x="8199529" y="1877913"/>
              <a:ext cx="3596004" cy="7342505"/>
            </a:xfrm>
            <a:custGeom>
              <a:avLst/>
              <a:gdLst/>
              <a:ahLst/>
              <a:cxnLst/>
              <a:rect l="l" t="t" r="r" b="b"/>
              <a:pathLst>
                <a:path w="3596004" h="7342505">
                  <a:moveTo>
                    <a:pt x="3088788" y="7342231"/>
                  </a:moveTo>
                  <a:lnTo>
                    <a:pt x="506924" y="7342231"/>
                  </a:lnTo>
                  <a:lnTo>
                    <a:pt x="458129" y="7339909"/>
                  </a:lnTo>
                  <a:lnTo>
                    <a:pt x="410640" y="7333085"/>
                  </a:lnTo>
                  <a:lnTo>
                    <a:pt x="364672" y="7321972"/>
                  </a:lnTo>
                  <a:lnTo>
                    <a:pt x="320436" y="7306782"/>
                  </a:lnTo>
                  <a:lnTo>
                    <a:pt x="278147" y="7287729"/>
                  </a:lnTo>
                  <a:lnTo>
                    <a:pt x="238016" y="7265026"/>
                  </a:lnTo>
                  <a:lnTo>
                    <a:pt x="200258" y="7238886"/>
                  </a:lnTo>
                  <a:lnTo>
                    <a:pt x="165085" y="7209522"/>
                  </a:lnTo>
                  <a:lnTo>
                    <a:pt x="132709" y="7177146"/>
                  </a:lnTo>
                  <a:lnTo>
                    <a:pt x="103345" y="7141973"/>
                  </a:lnTo>
                  <a:lnTo>
                    <a:pt x="77205" y="7104215"/>
                  </a:lnTo>
                  <a:lnTo>
                    <a:pt x="54502" y="7064084"/>
                  </a:lnTo>
                  <a:lnTo>
                    <a:pt x="35449" y="7021795"/>
                  </a:lnTo>
                  <a:lnTo>
                    <a:pt x="20259" y="6977559"/>
                  </a:lnTo>
                  <a:lnTo>
                    <a:pt x="9146" y="6931591"/>
                  </a:lnTo>
                  <a:lnTo>
                    <a:pt x="2322" y="6884102"/>
                  </a:lnTo>
                  <a:lnTo>
                    <a:pt x="0" y="6835307"/>
                  </a:lnTo>
                  <a:lnTo>
                    <a:pt x="0" y="506924"/>
                  </a:lnTo>
                  <a:lnTo>
                    <a:pt x="2322" y="458129"/>
                  </a:lnTo>
                  <a:lnTo>
                    <a:pt x="9146" y="410640"/>
                  </a:lnTo>
                  <a:lnTo>
                    <a:pt x="20259" y="364672"/>
                  </a:lnTo>
                  <a:lnTo>
                    <a:pt x="35449" y="320436"/>
                  </a:lnTo>
                  <a:lnTo>
                    <a:pt x="54502" y="278147"/>
                  </a:lnTo>
                  <a:lnTo>
                    <a:pt x="77205" y="238016"/>
                  </a:lnTo>
                  <a:lnTo>
                    <a:pt x="103345" y="200258"/>
                  </a:lnTo>
                  <a:lnTo>
                    <a:pt x="132709" y="165085"/>
                  </a:lnTo>
                  <a:lnTo>
                    <a:pt x="165085" y="132709"/>
                  </a:lnTo>
                  <a:lnTo>
                    <a:pt x="200258" y="103345"/>
                  </a:lnTo>
                  <a:lnTo>
                    <a:pt x="238016" y="77205"/>
                  </a:lnTo>
                  <a:lnTo>
                    <a:pt x="278147" y="54502"/>
                  </a:lnTo>
                  <a:lnTo>
                    <a:pt x="320436" y="35449"/>
                  </a:lnTo>
                  <a:lnTo>
                    <a:pt x="364672" y="20259"/>
                  </a:lnTo>
                  <a:lnTo>
                    <a:pt x="410640" y="9146"/>
                  </a:lnTo>
                  <a:lnTo>
                    <a:pt x="458129" y="2322"/>
                  </a:lnTo>
                  <a:lnTo>
                    <a:pt x="506924" y="0"/>
                  </a:lnTo>
                  <a:lnTo>
                    <a:pt x="3088788" y="0"/>
                  </a:lnTo>
                  <a:lnTo>
                    <a:pt x="3137584" y="2322"/>
                  </a:lnTo>
                  <a:lnTo>
                    <a:pt x="3185072" y="9146"/>
                  </a:lnTo>
                  <a:lnTo>
                    <a:pt x="3231041" y="20259"/>
                  </a:lnTo>
                  <a:lnTo>
                    <a:pt x="3275276" y="35449"/>
                  </a:lnTo>
                  <a:lnTo>
                    <a:pt x="3317565" y="54502"/>
                  </a:lnTo>
                  <a:lnTo>
                    <a:pt x="3357696" y="77205"/>
                  </a:lnTo>
                  <a:lnTo>
                    <a:pt x="3395454" y="103345"/>
                  </a:lnTo>
                  <a:lnTo>
                    <a:pt x="3430628" y="132709"/>
                  </a:lnTo>
                  <a:lnTo>
                    <a:pt x="3463003" y="165085"/>
                  </a:lnTo>
                  <a:lnTo>
                    <a:pt x="3481419" y="187144"/>
                  </a:lnTo>
                  <a:lnTo>
                    <a:pt x="488755" y="187144"/>
                  </a:lnTo>
                  <a:lnTo>
                    <a:pt x="440183" y="191074"/>
                  </a:lnTo>
                  <a:lnTo>
                    <a:pt x="394086" y="202450"/>
                  </a:lnTo>
                  <a:lnTo>
                    <a:pt x="351084" y="220650"/>
                  </a:lnTo>
                  <a:lnTo>
                    <a:pt x="311800" y="245053"/>
                  </a:lnTo>
                  <a:lnTo>
                    <a:pt x="276855" y="275038"/>
                  </a:lnTo>
                  <a:lnTo>
                    <a:pt x="246871" y="309983"/>
                  </a:lnTo>
                  <a:lnTo>
                    <a:pt x="222467" y="349267"/>
                  </a:lnTo>
                  <a:lnTo>
                    <a:pt x="204267" y="392268"/>
                  </a:lnTo>
                  <a:lnTo>
                    <a:pt x="193011" y="437881"/>
                  </a:lnTo>
                  <a:lnTo>
                    <a:pt x="188961" y="486938"/>
                  </a:lnTo>
                  <a:lnTo>
                    <a:pt x="188961" y="6864377"/>
                  </a:lnTo>
                  <a:lnTo>
                    <a:pt x="192891" y="6912949"/>
                  </a:lnTo>
                  <a:lnTo>
                    <a:pt x="204267" y="6959047"/>
                  </a:lnTo>
                  <a:lnTo>
                    <a:pt x="222467" y="7002048"/>
                  </a:lnTo>
                  <a:lnTo>
                    <a:pt x="246871" y="7041332"/>
                  </a:lnTo>
                  <a:lnTo>
                    <a:pt x="276855" y="7076277"/>
                  </a:lnTo>
                  <a:lnTo>
                    <a:pt x="311800" y="7106262"/>
                  </a:lnTo>
                  <a:lnTo>
                    <a:pt x="351084" y="7130665"/>
                  </a:lnTo>
                  <a:lnTo>
                    <a:pt x="394086" y="7148865"/>
                  </a:lnTo>
                  <a:lnTo>
                    <a:pt x="440183" y="7160241"/>
                  </a:lnTo>
                  <a:lnTo>
                    <a:pt x="488755" y="7164171"/>
                  </a:lnTo>
                  <a:lnTo>
                    <a:pt x="3473835" y="7164171"/>
                  </a:lnTo>
                  <a:lnTo>
                    <a:pt x="3463003" y="7177146"/>
                  </a:lnTo>
                  <a:lnTo>
                    <a:pt x="3430628" y="7209522"/>
                  </a:lnTo>
                  <a:lnTo>
                    <a:pt x="3395454" y="7238886"/>
                  </a:lnTo>
                  <a:lnTo>
                    <a:pt x="3357696" y="7265026"/>
                  </a:lnTo>
                  <a:lnTo>
                    <a:pt x="3317565" y="7287729"/>
                  </a:lnTo>
                  <a:lnTo>
                    <a:pt x="3275276" y="7306782"/>
                  </a:lnTo>
                  <a:lnTo>
                    <a:pt x="3231041" y="7321972"/>
                  </a:lnTo>
                  <a:lnTo>
                    <a:pt x="3185072" y="7333085"/>
                  </a:lnTo>
                  <a:lnTo>
                    <a:pt x="3137584" y="7339909"/>
                  </a:lnTo>
                  <a:lnTo>
                    <a:pt x="3088788" y="7342231"/>
                  </a:lnTo>
                  <a:close/>
                </a:path>
                <a:path w="3596004" h="7342505">
                  <a:moveTo>
                    <a:pt x="2550975" y="437881"/>
                  </a:moveTo>
                  <a:lnTo>
                    <a:pt x="1048371" y="437881"/>
                  </a:lnTo>
                  <a:lnTo>
                    <a:pt x="1003679" y="431799"/>
                  </a:lnTo>
                  <a:lnTo>
                    <a:pt x="963379" y="414664"/>
                  </a:lnTo>
                  <a:lnTo>
                    <a:pt x="929135" y="388142"/>
                  </a:lnTo>
                  <a:lnTo>
                    <a:pt x="902612" y="353898"/>
                  </a:lnTo>
                  <a:lnTo>
                    <a:pt x="885477" y="313597"/>
                  </a:lnTo>
                  <a:lnTo>
                    <a:pt x="879396" y="268906"/>
                  </a:lnTo>
                  <a:lnTo>
                    <a:pt x="879396" y="187144"/>
                  </a:lnTo>
                  <a:lnTo>
                    <a:pt x="2719950" y="187144"/>
                  </a:lnTo>
                  <a:lnTo>
                    <a:pt x="2719950" y="232567"/>
                  </a:lnTo>
                  <a:lnTo>
                    <a:pt x="2229378" y="232567"/>
                  </a:lnTo>
                  <a:lnTo>
                    <a:pt x="2212316" y="236087"/>
                  </a:lnTo>
                  <a:lnTo>
                    <a:pt x="2197809" y="245740"/>
                  </a:lnTo>
                  <a:lnTo>
                    <a:pt x="2196857" y="247103"/>
                  </a:lnTo>
                  <a:lnTo>
                    <a:pt x="1558929" y="247103"/>
                  </a:lnTo>
                  <a:lnTo>
                    <a:pt x="1547204" y="249374"/>
                  </a:lnTo>
                  <a:lnTo>
                    <a:pt x="1537353" y="255733"/>
                  </a:lnTo>
                  <a:lnTo>
                    <a:pt x="1530568" y="265499"/>
                  </a:lnTo>
                  <a:lnTo>
                    <a:pt x="1528042" y="277991"/>
                  </a:lnTo>
                  <a:lnTo>
                    <a:pt x="1530568" y="290482"/>
                  </a:lnTo>
                  <a:lnTo>
                    <a:pt x="1537353" y="300248"/>
                  </a:lnTo>
                  <a:lnTo>
                    <a:pt x="1547204" y="306607"/>
                  </a:lnTo>
                  <a:lnTo>
                    <a:pt x="1558929" y="308878"/>
                  </a:lnTo>
                  <a:lnTo>
                    <a:pt x="2196216" y="308878"/>
                  </a:lnTo>
                  <a:lnTo>
                    <a:pt x="2197128" y="310241"/>
                  </a:lnTo>
                  <a:lnTo>
                    <a:pt x="2211550" y="319894"/>
                  </a:lnTo>
                  <a:lnTo>
                    <a:pt x="2229378" y="323414"/>
                  </a:lnTo>
                  <a:lnTo>
                    <a:pt x="2709695" y="323414"/>
                  </a:lnTo>
                  <a:lnTo>
                    <a:pt x="2696734" y="353898"/>
                  </a:lnTo>
                  <a:lnTo>
                    <a:pt x="2670212" y="388142"/>
                  </a:lnTo>
                  <a:lnTo>
                    <a:pt x="2635968" y="414664"/>
                  </a:lnTo>
                  <a:lnTo>
                    <a:pt x="2595667" y="431799"/>
                  </a:lnTo>
                  <a:lnTo>
                    <a:pt x="2550975" y="437881"/>
                  </a:lnTo>
                  <a:close/>
                </a:path>
                <a:path w="3596004" h="7342505">
                  <a:moveTo>
                    <a:pt x="3473835" y="7164171"/>
                  </a:moveTo>
                  <a:lnTo>
                    <a:pt x="3110591" y="7164171"/>
                  </a:lnTo>
                  <a:lnTo>
                    <a:pt x="3159163" y="7160241"/>
                  </a:lnTo>
                  <a:lnTo>
                    <a:pt x="3205261" y="7148865"/>
                  </a:lnTo>
                  <a:lnTo>
                    <a:pt x="3248262" y="7130665"/>
                  </a:lnTo>
                  <a:lnTo>
                    <a:pt x="3287546" y="7106262"/>
                  </a:lnTo>
                  <a:lnTo>
                    <a:pt x="3322491" y="7076277"/>
                  </a:lnTo>
                  <a:lnTo>
                    <a:pt x="3352476" y="7041332"/>
                  </a:lnTo>
                  <a:lnTo>
                    <a:pt x="3376879" y="7002048"/>
                  </a:lnTo>
                  <a:lnTo>
                    <a:pt x="3395080" y="6959047"/>
                  </a:lnTo>
                  <a:lnTo>
                    <a:pt x="3406455" y="6912949"/>
                  </a:lnTo>
                  <a:lnTo>
                    <a:pt x="3410385" y="6864377"/>
                  </a:lnTo>
                  <a:lnTo>
                    <a:pt x="3408569" y="6864377"/>
                  </a:lnTo>
                  <a:lnTo>
                    <a:pt x="3408569" y="486938"/>
                  </a:lnTo>
                  <a:lnTo>
                    <a:pt x="3404639" y="438366"/>
                  </a:lnTo>
                  <a:lnTo>
                    <a:pt x="3393263" y="392268"/>
                  </a:lnTo>
                  <a:lnTo>
                    <a:pt x="3375062" y="349267"/>
                  </a:lnTo>
                  <a:lnTo>
                    <a:pt x="3350659" y="309983"/>
                  </a:lnTo>
                  <a:lnTo>
                    <a:pt x="3320674" y="275038"/>
                  </a:lnTo>
                  <a:lnTo>
                    <a:pt x="3285729" y="245053"/>
                  </a:lnTo>
                  <a:lnTo>
                    <a:pt x="3246445" y="220650"/>
                  </a:lnTo>
                  <a:lnTo>
                    <a:pt x="3203444" y="202450"/>
                  </a:lnTo>
                  <a:lnTo>
                    <a:pt x="3157346" y="191074"/>
                  </a:lnTo>
                  <a:lnTo>
                    <a:pt x="3108774" y="187144"/>
                  </a:lnTo>
                  <a:lnTo>
                    <a:pt x="3481419" y="187144"/>
                  </a:lnTo>
                  <a:lnTo>
                    <a:pt x="3518507" y="238016"/>
                  </a:lnTo>
                  <a:lnTo>
                    <a:pt x="3541122" y="277991"/>
                  </a:lnTo>
                  <a:lnTo>
                    <a:pt x="3560263" y="320436"/>
                  </a:lnTo>
                  <a:lnTo>
                    <a:pt x="3575453" y="364672"/>
                  </a:lnTo>
                  <a:lnTo>
                    <a:pt x="3586566" y="410640"/>
                  </a:lnTo>
                  <a:lnTo>
                    <a:pt x="3593390" y="458129"/>
                  </a:lnTo>
                  <a:lnTo>
                    <a:pt x="3595712" y="506924"/>
                  </a:lnTo>
                  <a:lnTo>
                    <a:pt x="3595712" y="6835307"/>
                  </a:lnTo>
                  <a:lnTo>
                    <a:pt x="3593390" y="6884102"/>
                  </a:lnTo>
                  <a:lnTo>
                    <a:pt x="3586566" y="6931591"/>
                  </a:lnTo>
                  <a:lnTo>
                    <a:pt x="3575453" y="6977559"/>
                  </a:lnTo>
                  <a:lnTo>
                    <a:pt x="3560263" y="7021795"/>
                  </a:lnTo>
                  <a:lnTo>
                    <a:pt x="3541210" y="7064084"/>
                  </a:lnTo>
                  <a:lnTo>
                    <a:pt x="3518507" y="7104215"/>
                  </a:lnTo>
                  <a:lnTo>
                    <a:pt x="3492367" y="7141973"/>
                  </a:lnTo>
                  <a:lnTo>
                    <a:pt x="3473835" y="7164171"/>
                  </a:lnTo>
                  <a:close/>
                </a:path>
                <a:path w="3596004" h="7342505">
                  <a:moveTo>
                    <a:pt x="2709695" y="323414"/>
                  </a:moveTo>
                  <a:lnTo>
                    <a:pt x="2229378" y="323414"/>
                  </a:lnTo>
                  <a:lnTo>
                    <a:pt x="2247207" y="319894"/>
                  </a:lnTo>
                  <a:lnTo>
                    <a:pt x="2261629" y="310241"/>
                  </a:lnTo>
                  <a:lnTo>
                    <a:pt x="2271281" y="295819"/>
                  </a:lnTo>
                  <a:lnTo>
                    <a:pt x="2274771" y="278147"/>
                  </a:lnTo>
                  <a:lnTo>
                    <a:pt x="2274802" y="277991"/>
                  </a:lnTo>
                  <a:lnTo>
                    <a:pt x="2271281" y="260162"/>
                  </a:lnTo>
                  <a:lnTo>
                    <a:pt x="2261629" y="245740"/>
                  </a:lnTo>
                  <a:lnTo>
                    <a:pt x="2247207" y="236087"/>
                  </a:lnTo>
                  <a:lnTo>
                    <a:pt x="2229378" y="232567"/>
                  </a:lnTo>
                  <a:lnTo>
                    <a:pt x="2719950" y="232567"/>
                  </a:lnTo>
                  <a:lnTo>
                    <a:pt x="2719950" y="268906"/>
                  </a:lnTo>
                  <a:lnTo>
                    <a:pt x="2713869" y="313597"/>
                  </a:lnTo>
                  <a:lnTo>
                    <a:pt x="2709695" y="323414"/>
                  </a:lnTo>
                  <a:close/>
                </a:path>
                <a:path w="3596004" h="7342505">
                  <a:moveTo>
                    <a:pt x="2196216" y="308878"/>
                  </a:moveTo>
                  <a:lnTo>
                    <a:pt x="1994994" y="308878"/>
                  </a:lnTo>
                  <a:lnTo>
                    <a:pt x="2006719" y="306607"/>
                  </a:lnTo>
                  <a:lnTo>
                    <a:pt x="2016570" y="300248"/>
                  </a:lnTo>
                  <a:lnTo>
                    <a:pt x="2023355" y="290482"/>
                  </a:lnTo>
                  <a:lnTo>
                    <a:pt x="2025850" y="278147"/>
                  </a:lnTo>
                  <a:lnTo>
                    <a:pt x="2025881" y="277991"/>
                  </a:lnTo>
                  <a:lnTo>
                    <a:pt x="2023355" y="265499"/>
                  </a:lnTo>
                  <a:lnTo>
                    <a:pt x="2016570" y="255733"/>
                  </a:lnTo>
                  <a:lnTo>
                    <a:pt x="2006719" y="249374"/>
                  </a:lnTo>
                  <a:lnTo>
                    <a:pt x="1994994" y="247103"/>
                  </a:lnTo>
                  <a:lnTo>
                    <a:pt x="2196857" y="247103"/>
                  </a:lnTo>
                  <a:lnTo>
                    <a:pt x="2187730" y="260162"/>
                  </a:lnTo>
                  <a:lnTo>
                    <a:pt x="2183955" y="277991"/>
                  </a:lnTo>
                  <a:lnTo>
                    <a:pt x="2187475" y="295819"/>
                  </a:lnTo>
                  <a:lnTo>
                    <a:pt x="2196216" y="308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8491" y="2065057"/>
              <a:ext cx="3219607" cy="69770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27571" y="2125016"/>
              <a:ext cx="497840" cy="62230"/>
            </a:xfrm>
            <a:custGeom>
              <a:avLst/>
              <a:gdLst/>
              <a:ahLst/>
              <a:cxnLst/>
              <a:rect l="l" t="t" r="r" b="b"/>
              <a:pathLst>
                <a:path w="497840" h="62230">
                  <a:moveTo>
                    <a:pt x="466952" y="61775"/>
                  </a:moveTo>
                  <a:lnTo>
                    <a:pt x="30887" y="61775"/>
                  </a:lnTo>
                  <a:lnTo>
                    <a:pt x="19162" y="59504"/>
                  </a:lnTo>
                  <a:lnTo>
                    <a:pt x="9311" y="53145"/>
                  </a:lnTo>
                  <a:lnTo>
                    <a:pt x="2526" y="43379"/>
                  </a:lnTo>
                  <a:lnTo>
                    <a:pt x="0" y="30887"/>
                  </a:lnTo>
                  <a:lnTo>
                    <a:pt x="2526" y="18396"/>
                  </a:lnTo>
                  <a:lnTo>
                    <a:pt x="9311" y="8630"/>
                  </a:lnTo>
                  <a:lnTo>
                    <a:pt x="19162" y="2271"/>
                  </a:lnTo>
                  <a:lnTo>
                    <a:pt x="30887" y="0"/>
                  </a:lnTo>
                  <a:lnTo>
                    <a:pt x="466952" y="0"/>
                  </a:lnTo>
                  <a:lnTo>
                    <a:pt x="478677" y="2271"/>
                  </a:lnTo>
                  <a:lnTo>
                    <a:pt x="488528" y="8630"/>
                  </a:lnTo>
                  <a:lnTo>
                    <a:pt x="495313" y="18396"/>
                  </a:lnTo>
                  <a:lnTo>
                    <a:pt x="497839" y="30887"/>
                  </a:lnTo>
                  <a:lnTo>
                    <a:pt x="495313" y="43379"/>
                  </a:lnTo>
                  <a:lnTo>
                    <a:pt x="488528" y="53145"/>
                  </a:lnTo>
                  <a:lnTo>
                    <a:pt x="478677" y="59504"/>
                  </a:lnTo>
                  <a:lnTo>
                    <a:pt x="466952" y="6177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3485" y="2110480"/>
              <a:ext cx="90846" cy="9084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123212" y="2822726"/>
              <a:ext cx="3748404" cy="1755775"/>
            </a:xfrm>
            <a:custGeom>
              <a:avLst/>
              <a:gdLst/>
              <a:ahLst/>
              <a:cxnLst/>
              <a:rect l="l" t="t" r="r" b="b"/>
              <a:pathLst>
                <a:path w="3748404" h="1755775">
                  <a:moveTo>
                    <a:pt x="39966" y="1202804"/>
                  </a:moveTo>
                  <a:lnTo>
                    <a:pt x="24523" y="1205992"/>
                  </a:lnTo>
                  <a:lnTo>
                    <a:pt x="11811" y="1214615"/>
                  </a:lnTo>
                  <a:lnTo>
                    <a:pt x="3175" y="1227340"/>
                  </a:lnTo>
                  <a:lnTo>
                    <a:pt x="0" y="1242783"/>
                  </a:lnTo>
                  <a:lnTo>
                    <a:pt x="0" y="1715185"/>
                  </a:lnTo>
                  <a:lnTo>
                    <a:pt x="3175" y="1730629"/>
                  </a:lnTo>
                  <a:lnTo>
                    <a:pt x="11811" y="1743341"/>
                  </a:lnTo>
                  <a:lnTo>
                    <a:pt x="24523" y="1751977"/>
                  </a:lnTo>
                  <a:lnTo>
                    <a:pt x="39966" y="1755152"/>
                  </a:lnTo>
                  <a:lnTo>
                    <a:pt x="39966" y="1202804"/>
                  </a:lnTo>
                  <a:close/>
                </a:path>
                <a:path w="3748404" h="1755775">
                  <a:moveTo>
                    <a:pt x="39966" y="532358"/>
                  </a:moveTo>
                  <a:lnTo>
                    <a:pt x="24523" y="535254"/>
                  </a:lnTo>
                  <a:lnTo>
                    <a:pt x="11811" y="543255"/>
                  </a:lnTo>
                  <a:lnTo>
                    <a:pt x="3175" y="555358"/>
                  </a:lnTo>
                  <a:lnTo>
                    <a:pt x="0" y="570509"/>
                  </a:lnTo>
                  <a:lnTo>
                    <a:pt x="0" y="1042924"/>
                  </a:lnTo>
                  <a:lnTo>
                    <a:pt x="3175" y="1058367"/>
                  </a:lnTo>
                  <a:lnTo>
                    <a:pt x="11811" y="1071079"/>
                  </a:lnTo>
                  <a:lnTo>
                    <a:pt x="24523" y="1079715"/>
                  </a:lnTo>
                  <a:lnTo>
                    <a:pt x="39966" y="1082890"/>
                  </a:lnTo>
                  <a:lnTo>
                    <a:pt x="39966" y="532358"/>
                  </a:lnTo>
                  <a:close/>
                </a:path>
                <a:path w="3748404" h="1755775">
                  <a:moveTo>
                    <a:pt x="39966" y="0"/>
                  </a:moveTo>
                  <a:lnTo>
                    <a:pt x="24523" y="2895"/>
                  </a:lnTo>
                  <a:lnTo>
                    <a:pt x="11811" y="10896"/>
                  </a:lnTo>
                  <a:lnTo>
                    <a:pt x="3175" y="22999"/>
                  </a:lnTo>
                  <a:lnTo>
                    <a:pt x="0" y="38150"/>
                  </a:lnTo>
                  <a:lnTo>
                    <a:pt x="0" y="265264"/>
                  </a:lnTo>
                  <a:lnTo>
                    <a:pt x="3175" y="280708"/>
                  </a:lnTo>
                  <a:lnTo>
                    <a:pt x="11811" y="293433"/>
                  </a:lnTo>
                  <a:lnTo>
                    <a:pt x="24523" y="302069"/>
                  </a:lnTo>
                  <a:lnTo>
                    <a:pt x="39966" y="305244"/>
                  </a:lnTo>
                  <a:lnTo>
                    <a:pt x="39966" y="0"/>
                  </a:lnTo>
                  <a:close/>
                </a:path>
                <a:path w="3748404" h="1755775">
                  <a:moveTo>
                    <a:pt x="3748341" y="754024"/>
                  </a:moveTo>
                  <a:lnTo>
                    <a:pt x="3745153" y="738581"/>
                  </a:lnTo>
                  <a:lnTo>
                    <a:pt x="3736530" y="725868"/>
                  </a:lnTo>
                  <a:lnTo>
                    <a:pt x="3723805" y="717232"/>
                  </a:lnTo>
                  <a:lnTo>
                    <a:pt x="3708362" y="714057"/>
                  </a:lnTo>
                  <a:lnTo>
                    <a:pt x="3708362" y="1598904"/>
                  </a:lnTo>
                  <a:lnTo>
                    <a:pt x="3723805" y="1595716"/>
                  </a:lnTo>
                  <a:lnTo>
                    <a:pt x="3736530" y="1587093"/>
                  </a:lnTo>
                  <a:lnTo>
                    <a:pt x="3745153" y="1574368"/>
                  </a:lnTo>
                  <a:lnTo>
                    <a:pt x="3748341" y="1558925"/>
                  </a:lnTo>
                  <a:lnTo>
                    <a:pt x="3748341" y="754024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163191" y="1841574"/>
              <a:ext cx="3668395" cy="7415530"/>
            </a:xfrm>
            <a:custGeom>
              <a:avLst/>
              <a:gdLst/>
              <a:ahLst/>
              <a:cxnLst/>
              <a:rect l="l" t="t" r="r" b="b"/>
              <a:pathLst>
                <a:path w="3668395" h="7415530">
                  <a:moveTo>
                    <a:pt x="3125127" y="7414908"/>
                  </a:moveTo>
                  <a:lnTo>
                    <a:pt x="543263" y="7414908"/>
                  </a:lnTo>
                  <a:lnTo>
                    <a:pt x="496422" y="7412912"/>
                  </a:lnTo>
                  <a:lnTo>
                    <a:pt x="450682" y="7407033"/>
                  </a:lnTo>
                  <a:lnTo>
                    <a:pt x="406205" y="7397435"/>
                  </a:lnTo>
                  <a:lnTo>
                    <a:pt x="363155" y="7384282"/>
                  </a:lnTo>
                  <a:lnTo>
                    <a:pt x="321696" y="7367736"/>
                  </a:lnTo>
                  <a:lnTo>
                    <a:pt x="281992" y="7347963"/>
                  </a:lnTo>
                  <a:lnTo>
                    <a:pt x="244206" y="7325126"/>
                  </a:lnTo>
                  <a:lnTo>
                    <a:pt x="208502" y="7299387"/>
                  </a:lnTo>
                  <a:lnTo>
                    <a:pt x="175044" y="7270912"/>
                  </a:lnTo>
                  <a:lnTo>
                    <a:pt x="143996" y="7239864"/>
                  </a:lnTo>
                  <a:lnTo>
                    <a:pt x="115520" y="7206406"/>
                  </a:lnTo>
                  <a:lnTo>
                    <a:pt x="89782" y="7170702"/>
                  </a:lnTo>
                  <a:lnTo>
                    <a:pt x="66945" y="7132917"/>
                  </a:lnTo>
                  <a:lnTo>
                    <a:pt x="47171" y="7093212"/>
                  </a:lnTo>
                  <a:lnTo>
                    <a:pt x="30626" y="7051754"/>
                  </a:lnTo>
                  <a:lnTo>
                    <a:pt x="17472" y="7008704"/>
                  </a:lnTo>
                  <a:lnTo>
                    <a:pt x="7874" y="6964227"/>
                  </a:lnTo>
                  <a:lnTo>
                    <a:pt x="1996" y="6918486"/>
                  </a:lnTo>
                  <a:lnTo>
                    <a:pt x="77" y="6873462"/>
                  </a:lnTo>
                  <a:lnTo>
                    <a:pt x="0" y="543263"/>
                  </a:lnTo>
                  <a:lnTo>
                    <a:pt x="681" y="515753"/>
                  </a:lnTo>
                  <a:lnTo>
                    <a:pt x="6132" y="460734"/>
                  </a:lnTo>
                  <a:lnTo>
                    <a:pt x="13655" y="420904"/>
                  </a:lnTo>
                  <a:lnTo>
                    <a:pt x="23620" y="381556"/>
                  </a:lnTo>
                  <a:lnTo>
                    <a:pt x="37701" y="344309"/>
                  </a:lnTo>
                  <a:lnTo>
                    <a:pt x="54508" y="307061"/>
                  </a:lnTo>
                  <a:lnTo>
                    <a:pt x="73160" y="272824"/>
                  </a:lnTo>
                  <a:lnTo>
                    <a:pt x="93799" y="239835"/>
                  </a:lnTo>
                  <a:lnTo>
                    <a:pt x="120542" y="202020"/>
                  </a:lnTo>
                  <a:lnTo>
                    <a:pt x="146320" y="172041"/>
                  </a:lnTo>
                  <a:lnTo>
                    <a:pt x="169429" y="149613"/>
                  </a:lnTo>
                  <a:lnTo>
                    <a:pt x="188507" y="132011"/>
                  </a:lnTo>
                  <a:lnTo>
                    <a:pt x="234118" y="96333"/>
                  </a:lnTo>
                  <a:lnTo>
                    <a:pt x="272682" y="72052"/>
                  </a:lnTo>
                  <a:lnTo>
                    <a:pt x="313503" y="50923"/>
                  </a:lnTo>
                  <a:lnTo>
                    <a:pt x="356346" y="33159"/>
                  </a:lnTo>
                  <a:lnTo>
                    <a:pt x="400978" y="18971"/>
                  </a:lnTo>
                  <a:lnTo>
                    <a:pt x="447164" y="8573"/>
                  </a:lnTo>
                  <a:lnTo>
                    <a:pt x="495224" y="2104"/>
                  </a:lnTo>
                  <a:lnTo>
                    <a:pt x="496333" y="2104"/>
                  </a:lnTo>
                  <a:lnTo>
                    <a:pt x="543263" y="0"/>
                  </a:lnTo>
                  <a:lnTo>
                    <a:pt x="3126943" y="0"/>
                  </a:lnTo>
                  <a:lnTo>
                    <a:pt x="3175461" y="2104"/>
                  </a:lnTo>
                  <a:lnTo>
                    <a:pt x="3222787" y="8318"/>
                  </a:lnTo>
                  <a:lnTo>
                    <a:pt x="3268750" y="18492"/>
                  </a:lnTo>
                  <a:lnTo>
                    <a:pt x="3313179" y="32477"/>
                  </a:lnTo>
                  <a:lnTo>
                    <a:pt x="3322527" y="36338"/>
                  </a:lnTo>
                  <a:lnTo>
                    <a:pt x="543263" y="36338"/>
                  </a:lnTo>
                  <a:lnTo>
                    <a:pt x="494467" y="38661"/>
                  </a:lnTo>
                  <a:lnTo>
                    <a:pt x="446979" y="45488"/>
                  </a:lnTo>
                  <a:lnTo>
                    <a:pt x="401011" y="56608"/>
                  </a:lnTo>
                  <a:lnTo>
                    <a:pt x="356775" y="71811"/>
                  </a:lnTo>
                  <a:lnTo>
                    <a:pt x="314486" y="90887"/>
                  </a:lnTo>
                  <a:lnTo>
                    <a:pt x="274355" y="113623"/>
                  </a:lnTo>
                  <a:lnTo>
                    <a:pt x="236597" y="139811"/>
                  </a:lnTo>
                  <a:lnTo>
                    <a:pt x="201423" y="169237"/>
                  </a:lnTo>
                  <a:lnTo>
                    <a:pt x="169048" y="201693"/>
                  </a:lnTo>
                  <a:lnTo>
                    <a:pt x="139684" y="236966"/>
                  </a:lnTo>
                  <a:lnTo>
                    <a:pt x="113544" y="274847"/>
                  </a:lnTo>
                  <a:lnTo>
                    <a:pt x="90841" y="315125"/>
                  </a:lnTo>
                  <a:lnTo>
                    <a:pt x="71788" y="357588"/>
                  </a:lnTo>
                  <a:lnTo>
                    <a:pt x="56598" y="402025"/>
                  </a:lnTo>
                  <a:lnTo>
                    <a:pt x="45484" y="448227"/>
                  </a:lnTo>
                  <a:lnTo>
                    <a:pt x="38660" y="495982"/>
                  </a:lnTo>
                  <a:lnTo>
                    <a:pt x="36424" y="543263"/>
                  </a:lnTo>
                  <a:lnTo>
                    <a:pt x="36338" y="6873462"/>
                  </a:lnTo>
                  <a:lnTo>
                    <a:pt x="38660" y="6922257"/>
                  </a:lnTo>
                  <a:lnTo>
                    <a:pt x="45484" y="6969746"/>
                  </a:lnTo>
                  <a:lnTo>
                    <a:pt x="56598" y="7015714"/>
                  </a:lnTo>
                  <a:lnTo>
                    <a:pt x="71788" y="7059950"/>
                  </a:lnTo>
                  <a:lnTo>
                    <a:pt x="90841" y="7102239"/>
                  </a:lnTo>
                  <a:lnTo>
                    <a:pt x="113544" y="7142370"/>
                  </a:lnTo>
                  <a:lnTo>
                    <a:pt x="139684" y="7180128"/>
                  </a:lnTo>
                  <a:lnTo>
                    <a:pt x="169048" y="7215302"/>
                  </a:lnTo>
                  <a:lnTo>
                    <a:pt x="201423" y="7247677"/>
                  </a:lnTo>
                  <a:lnTo>
                    <a:pt x="236597" y="7277041"/>
                  </a:lnTo>
                  <a:lnTo>
                    <a:pt x="274355" y="7303181"/>
                  </a:lnTo>
                  <a:lnTo>
                    <a:pt x="314486" y="7325884"/>
                  </a:lnTo>
                  <a:lnTo>
                    <a:pt x="356775" y="7344937"/>
                  </a:lnTo>
                  <a:lnTo>
                    <a:pt x="401011" y="7360127"/>
                  </a:lnTo>
                  <a:lnTo>
                    <a:pt x="446979" y="7371240"/>
                  </a:lnTo>
                  <a:lnTo>
                    <a:pt x="494467" y="7378065"/>
                  </a:lnTo>
                  <a:lnTo>
                    <a:pt x="543263" y="7380387"/>
                  </a:lnTo>
                  <a:lnTo>
                    <a:pt x="3314995" y="7380387"/>
                  </a:lnTo>
                  <a:lnTo>
                    <a:pt x="3305235" y="7384282"/>
                  </a:lnTo>
                  <a:lnTo>
                    <a:pt x="3262185" y="7397435"/>
                  </a:lnTo>
                  <a:lnTo>
                    <a:pt x="3217708" y="7407033"/>
                  </a:lnTo>
                  <a:lnTo>
                    <a:pt x="3171967" y="7412912"/>
                  </a:lnTo>
                  <a:lnTo>
                    <a:pt x="3125127" y="7414908"/>
                  </a:lnTo>
                  <a:close/>
                </a:path>
                <a:path w="3668395" h="7415530">
                  <a:moveTo>
                    <a:pt x="3314995" y="7380387"/>
                  </a:moveTo>
                  <a:lnTo>
                    <a:pt x="3125127" y="7380387"/>
                  </a:lnTo>
                  <a:lnTo>
                    <a:pt x="3173922" y="7378065"/>
                  </a:lnTo>
                  <a:lnTo>
                    <a:pt x="3221411" y="7371240"/>
                  </a:lnTo>
                  <a:lnTo>
                    <a:pt x="3267379" y="7360127"/>
                  </a:lnTo>
                  <a:lnTo>
                    <a:pt x="3311615" y="7344937"/>
                  </a:lnTo>
                  <a:lnTo>
                    <a:pt x="3353904" y="7325884"/>
                  </a:lnTo>
                  <a:lnTo>
                    <a:pt x="3394034" y="7303181"/>
                  </a:lnTo>
                  <a:lnTo>
                    <a:pt x="3431793" y="7277041"/>
                  </a:lnTo>
                  <a:lnTo>
                    <a:pt x="3466966" y="7247677"/>
                  </a:lnTo>
                  <a:lnTo>
                    <a:pt x="3499341" y="7215302"/>
                  </a:lnTo>
                  <a:lnTo>
                    <a:pt x="3528706" y="7180128"/>
                  </a:lnTo>
                  <a:lnTo>
                    <a:pt x="3554846" y="7142370"/>
                  </a:lnTo>
                  <a:lnTo>
                    <a:pt x="3577549" y="7102239"/>
                  </a:lnTo>
                  <a:lnTo>
                    <a:pt x="3596601" y="7059950"/>
                  </a:lnTo>
                  <a:lnTo>
                    <a:pt x="3611791" y="7015714"/>
                  </a:lnTo>
                  <a:lnTo>
                    <a:pt x="3622905" y="6969746"/>
                  </a:lnTo>
                  <a:lnTo>
                    <a:pt x="3629729" y="6922257"/>
                  </a:lnTo>
                  <a:lnTo>
                    <a:pt x="3632051" y="6873462"/>
                  </a:lnTo>
                  <a:lnTo>
                    <a:pt x="3632051" y="543263"/>
                  </a:lnTo>
                  <a:lnTo>
                    <a:pt x="3629801" y="495982"/>
                  </a:lnTo>
                  <a:lnTo>
                    <a:pt x="3622905" y="446979"/>
                  </a:lnTo>
                  <a:lnTo>
                    <a:pt x="3611791" y="401011"/>
                  </a:lnTo>
                  <a:lnTo>
                    <a:pt x="3596601" y="356775"/>
                  </a:lnTo>
                  <a:lnTo>
                    <a:pt x="3577549" y="314486"/>
                  </a:lnTo>
                  <a:lnTo>
                    <a:pt x="3554846" y="274355"/>
                  </a:lnTo>
                  <a:lnTo>
                    <a:pt x="3528706" y="236597"/>
                  </a:lnTo>
                  <a:lnTo>
                    <a:pt x="3499341" y="201423"/>
                  </a:lnTo>
                  <a:lnTo>
                    <a:pt x="3466966" y="169048"/>
                  </a:lnTo>
                  <a:lnTo>
                    <a:pt x="3431945" y="139811"/>
                  </a:lnTo>
                  <a:lnTo>
                    <a:pt x="3394150" y="113623"/>
                  </a:lnTo>
                  <a:lnTo>
                    <a:pt x="3353986" y="90887"/>
                  </a:lnTo>
                  <a:lnTo>
                    <a:pt x="3311667" y="71811"/>
                  </a:lnTo>
                  <a:lnTo>
                    <a:pt x="3267408" y="56608"/>
                  </a:lnTo>
                  <a:lnTo>
                    <a:pt x="3221423" y="45488"/>
                  </a:lnTo>
                  <a:lnTo>
                    <a:pt x="3173925" y="38661"/>
                  </a:lnTo>
                  <a:lnTo>
                    <a:pt x="3125127" y="36338"/>
                  </a:lnTo>
                  <a:lnTo>
                    <a:pt x="3322527" y="36338"/>
                  </a:lnTo>
                  <a:lnTo>
                    <a:pt x="3396758" y="71286"/>
                  </a:lnTo>
                  <a:lnTo>
                    <a:pt x="3435567" y="95811"/>
                  </a:lnTo>
                  <a:lnTo>
                    <a:pt x="3472161" y="123551"/>
                  </a:lnTo>
                  <a:lnTo>
                    <a:pt x="3500778" y="148846"/>
                  </a:lnTo>
                  <a:lnTo>
                    <a:pt x="3536435" y="187371"/>
                  </a:lnTo>
                  <a:lnTo>
                    <a:pt x="3561191" y="218032"/>
                  </a:lnTo>
                  <a:lnTo>
                    <a:pt x="3583420" y="250736"/>
                  </a:lnTo>
                  <a:lnTo>
                    <a:pt x="3603662" y="283668"/>
                  </a:lnTo>
                  <a:lnTo>
                    <a:pt x="3623819" y="325089"/>
                  </a:lnTo>
                  <a:lnTo>
                    <a:pt x="3638695" y="362506"/>
                  </a:lnTo>
                  <a:lnTo>
                    <a:pt x="3651810" y="407901"/>
                  </a:lnTo>
                  <a:lnTo>
                    <a:pt x="3662258" y="460479"/>
                  </a:lnTo>
                  <a:lnTo>
                    <a:pt x="3667709" y="514987"/>
                  </a:lnTo>
                  <a:lnTo>
                    <a:pt x="3668390" y="543263"/>
                  </a:lnTo>
                  <a:lnTo>
                    <a:pt x="3668313" y="6873462"/>
                  </a:lnTo>
                  <a:lnTo>
                    <a:pt x="3666394" y="6918486"/>
                  </a:lnTo>
                  <a:lnTo>
                    <a:pt x="3660515" y="6964227"/>
                  </a:lnTo>
                  <a:lnTo>
                    <a:pt x="3650917" y="7008704"/>
                  </a:lnTo>
                  <a:lnTo>
                    <a:pt x="3637764" y="7051754"/>
                  </a:lnTo>
                  <a:lnTo>
                    <a:pt x="3621218" y="7093212"/>
                  </a:lnTo>
                  <a:lnTo>
                    <a:pt x="3601445" y="7132917"/>
                  </a:lnTo>
                  <a:lnTo>
                    <a:pt x="3578607" y="7170702"/>
                  </a:lnTo>
                  <a:lnTo>
                    <a:pt x="3552869" y="7206406"/>
                  </a:lnTo>
                  <a:lnTo>
                    <a:pt x="3524394" y="7239864"/>
                  </a:lnTo>
                  <a:lnTo>
                    <a:pt x="3493346" y="7270912"/>
                  </a:lnTo>
                  <a:lnTo>
                    <a:pt x="3459888" y="7299387"/>
                  </a:lnTo>
                  <a:lnTo>
                    <a:pt x="3424184" y="7325126"/>
                  </a:lnTo>
                  <a:lnTo>
                    <a:pt x="3386398" y="7347963"/>
                  </a:lnTo>
                  <a:lnTo>
                    <a:pt x="3346694" y="7367736"/>
                  </a:lnTo>
                  <a:lnTo>
                    <a:pt x="3314995" y="7380387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16781939" y="887134"/>
            <a:ext cx="1506220" cy="7415530"/>
            <a:chOff x="16781939" y="887134"/>
            <a:chExt cx="1506220" cy="7415530"/>
          </a:xfrm>
        </p:grpSpPr>
        <p:sp>
          <p:nvSpPr>
            <p:cNvPr id="11" name="object 11"/>
            <p:cNvSpPr/>
            <p:nvPr/>
          </p:nvSpPr>
          <p:spPr>
            <a:xfrm>
              <a:off x="16858251" y="923473"/>
              <a:ext cx="1430020" cy="7342505"/>
            </a:xfrm>
            <a:custGeom>
              <a:avLst/>
              <a:gdLst/>
              <a:ahLst/>
              <a:cxnLst/>
              <a:rect l="l" t="t" r="r" b="b"/>
              <a:pathLst>
                <a:path w="1430019" h="7342505">
                  <a:moveTo>
                    <a:pt x="1429748" y="7342232"/>
                  </a:moveTo>
                  <a:lnTo>
                    <a:pt x="506924" y="7342232"/>
                  </a:lnTo>
                  <a:lnTo>
                    <a:pt x="458129" y="7339910"/>
                  </a:lnTo>
                  <a:lnTo>
                    <a:pt x="410640" y="7333085"/>
                  </a:lnTo>
                  <a:lnTo>
                    <a:pt x="364672" y="7321972"/>
                  </a:lnTo>
                  <a:lnTo>
                    <a:pt x="320436" y="7306782"/>
                  </a:lnTo>
                  <a:lnTo>
                    <a:pt x="278147" y="7287729"/>
                  </a:lnTo>
                  <a:lnTo>
                    <a:pt x="238016" y="7265026"/>
                  </a:lnTo>
                  <a:lnTo>
                    <a:pt x="200258" y="7238886"/>
                  </a:lnTo>
                  <a:lnTo>
                    <a:pt x="165084" y="7209522"/>
                  </a:lnTo>
                  <a:lnTo>
                    <a:pt x="132709" y="7177146"/>
                  </a:lnTo>
                  <a:lnTo>
                    <a:pt x="103345" y="7141973"/>
                  </a:lnTo>
                  <a:lnTo>
                    <a:pt x="77205" y="7104214"/>
                  </a:lnTo>
                  <a:lnTo>
                    <a:pt x="54502" y="7064084"/>
                  </a:lnTo>
                  <a:lnTo>
                    <a:pt x="35449" y="7021794"/>
                  </a:lnTo>
                  <a:lnTo>
                    <a:pt x="20259" y="6977559"/>
                  </a:lnTo>
                  <a:lnTo>
                    <a:pt x="9146" y="6931590"/>
                  </a:lnTo>
                  <a:lnTo>
                    <a:pt x="2322" y="6884102"/>
                  </a:lnTo>
                  <a:lnTo>
                    <a:pt x="0" y="6835307"/>
                  </a:lnTo>
                  <a:lnTo>
                    <a:pt x="0" y="506924"/>
                  </a:lnTo>
                  <a:lnTo>
                    <a:pt x="2322" y="458129"/>
                  </a:lnTo>
                  <a:lnTo>
                    <a:pt x="9146" y="410640"/>
                  </a:lnTo>
                  <a:lnTo>
                    <a:pt x="20259" y="364672"/>
                  </a:lnTo>
                  <a:lnTo>
                    <a:pt x="35449" y="320436"/>
                  </a:lnTo>
                  <a:lnTo>
                    <a:pt x="54502" y="278147"/>
                  </a:lnTo>
                  <a:lnTo>
                    <a:pt x="77205" y="238016"/>
                  </a:lnTo>
                  <a:lnTo>
                    <a:pt x="103345" y="200258"/>
                  </a:lnTo>
                  <a:lnTo>
                    <a:pt x="132709" y="165085"/>
                  </a:lnTo>
                  <a:lnTo>
                    <a:pt x="165084" y="132709"/>
                  </a:lnTo>
                  <a:lnTo>
                    <a:pt x="200258" y="103345"/>
                  </a:lnTo>
                  <a:lnTo>
                    <a:pt x="238016" y="77205"/>
                  </a:lnTo>
                  <a:lnTo>
                    <a:pt x="278147" y="54502"/>
                  </a:lnTo>
                  <a:lnTo>
                    <a:pt x="320436" y="35449"/>
                  </a:lnTo>
                  <a:lnTo>
                    <a:pt x="364672" y="20259"/>
                  </a:lnTo>
                  <a:lnTo>
                    <a:pt x="410640" y="9146"/>
                  </a:lnTo>
                  <a:lnTo>
                    <a:pt x="458129" y="2322"/>
                  </a:lnTo>
                  <a:lnTo>
                    <a:pt x="506924" y="0"/>
                  </a:lnTo>
                  <a:lnTo>
                    <a:pt x="1429748" y="0"/>
                  </a:lnTo>
                  <a:lnTo>
                    <a:pt x="1429748" y="187144"/>
                  </a:lnTo>
                  <a:lnTo>
                    <a:pt x="488754" y="187144"/>
                  </a:lnTo>
                  <a:lnTo>
                    <a:pt x="440182" y="191074"/>
                  </a:lnTo>
                  <a:lnTo>
                    <a:pt x="394085" y="202450"/>
                  </a:lnTo>
                  <a:lnTo>
                    <a:pt x="351083" y="220650"/>
                  </a:lnTo>
                  <a:lnTo>
                    <a:pt x="311800" y="245053"/>
                  </a:lnTo>
                  <a:lnTo>
                    <a:pt x="276855" y="275038"/>
                  </a:lnTo>
                  <a:lnTo>
                    <a:pt x="246870" y="309983"/>
                  </a:lnTo>
                  <a:lnTo>
                    <a:pt x="222467" y="349267"/>
                  </a:lnTo>
                  <a:lnTo>
                    <a:pt x="204266" y="392268"/>
                  </a:lnTo>
                  <a:lnTo>
                    <a:pt x="193010" y="437881"/>
                  </a:lnTo>
                  <a:lnTo>
                    <a:pt x="192891" y="438366"/>
                  </a:lnTo>
                  <a:lnTo>
                    <a:pt x="188961" y="486938"/>
                  </a:lnTo>
                  <a:lnTo>
                    <a:pt x="188961" y="6864377"/>
                  </a:lnTo>
                  <a:lnTo>
                    <a:pt x="192891" y="6912949"/>
                  </a:lnTo>
                  <a:lnTo>
                    <a:pt x="204266" y="6959047"/>
                  </a:lnTo>
                  <a:lnTo>
                    <a:pt x="222467" y="7002048"/>
                  </a:lnTo>
                  <a:lnTo>
                    <a:pt x="246870" y="7041332"/>
                  </a:lnTo>
                  <a:lnTo>
                    <a:pt x="276855" y="7076277"/>
                  </a:lnTo>
                  <a:lnTo>
                    <a:pt x="311800" y="7106262"/>
                  </a:lnTo>
                  <a:lnTo>
                    <a:pt x="351083" y="7130665"/>
                  </a:lnTo>
                  <a:lnTo>
                    <a:pt x="394085" y="7148866"/>
                  </a:lnTo>
                  <a:lnTo>
                    <a:pt x="440182" y="7160241"/>
                  </a:lnTo>
                  <a:lnTo>
                    <a:pt x="488754" y="7164171"/>
                  </a:lnTo>
                  <a:lnTo>
                    <a:pt x="1429748" y="7164171"/>
                  </a:lnTo>
                  <a:lnTo>
                    <a:pt x="1429748" y="7342232"/>
                  </a:lnTo>
                  <a:close/>
                </a:path>
                <a:path w="1430019" h="7342505">
                  <a:moveTo>
                    <a:pt x="1429748" y="437881"/>
                  </a:moveTo>
                  <a:lnTo>
                    <a:pt x="1048370" y="437881"/>
                  </a:lnTo>
                  <a:lnTo>
                    <a:pt x="1003679" y="431799"/>
                  </a:lnTo>
                  <a:lnTo>
                    <a:pt x="963378" y="414664"/>
                  </a:lnTo>
                  <a:lnTo>
                    <a:pt x="929134" y="388142"/>
                  </a:lnTo>
                  <a:lnTo>
                    <a:pt x="902612" y="353898"/>
                  </a:lnTo>
                  <a:lnTo>
                    <a:pt x="885477" y="313597"/>
                  </a:lnTo>
                  <a:lnTo>
                    <a:pt x="879395" y="268906"/>
                  </a:lnTo>
                  <a:lnTo>
                    <a:pt x="879395" y="187144"/>
                  </a:lnTo>
                  <a:lnTo>
                    <a:pt x="1429748" y="187144"/>
                  </a:lnTo>
                  <a:lnTo>
                    <a:pt x="1429748" y="4378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47211" y="1110617"/>
              <a:ext cx="1240787" cy="697702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781932" y="1868283"/>
              <a:ext cx="40005" cy="1755775"/>
            </a:xfrm>
            <a:custGeom>
              <a:avLst/>
              <a:gdLst/>
              <a:ahLst/>
              <a:cxnLst/>
              <a:rect l="l" t="t" r="r" b="b"/>
              <a:pathLst>
                <a:path w="40005" h="1755775">
                  <a:moveTo>
                    <a:pt x="39979" y="1202817"/>
                  </a:moveTo>
                  <a:lnTo>
                    <a:pt x="24536" y="1205992"/>
                  </a:lnTo>
                  <a:lnTo>
                    <a:pt x="11811" y="1214628"/>
                  </a:lnTo>
                  <a:lnTo>
                    <a:pt x="3175" y="1227340"/>
                  </a:lnTo>
                  <a:lnTo>
                    <a:pt x="0" y="1242783"/>
                  </a:lnTo>
                  <a:lnTo>
                    <a:pt x="0" y="1715185"/>
                  </a:lnTo>
                  <a:lnTo>
                    <a:pt x="3175" y="1730629"/>
                  </a:lnTo>
                  <a:lnTo>
                    <a:pt x="11811" y="1743354"/>
                  </a:lnTo>
                  <a:lnTo>
                    <a:pt x="24536" y="1751977"/>
                  </a:lnTo>
                  <a:lnTo>
                    <a:pt x="39979" y="1755165"/>
                  </a:lnTo>
                  <a:lnTo>
                    <a:pt x="39979" y="1202817"/>
                  </a:lnTo>
                  <a:close/>
                </a:path>
                <a:path w="40005" h="1755775">
                  <a:moveTo>
                    <a:pt x="39979" y="532358"/>
                  </a:moveTo>
                  <a:lnTo>
                    <a:pt x="24536" y="535254"/>
                  </a:lnTo>
                  <a:lnTo>
                    <a:pt x="11811" y="543267"/>
                  </a:lnTo>
                  <a:lnTo>
                    <a:pt x="3175" y="555358"/>
                  </a:lnTo>
                  <a:lnTo>
                    <a:pt x="0" y="570522"/>
                  </a:lnTo>
                  <a:lnTo>
                    <a:pt x="0" y="1042924"/>
                  </a:lnTo>
                  <a:lnTo>
                    <a:pt x="3175" y="1058367"/>
                  </a:lnTo>
                  <a:lnTo>
                    <a:pt x="11811" y="1071079"/>
                  </a:lnTo>
                  <a:lnTo>
                    <a:pt x="24536" y="1079715"/>
                  </a:lnTo>
                  <a:lnTo>
                    <a:pt x="39979" y="1082890"/>
                  </a:lnTo>
                  <a:lnTo>
                    <a:pt x="39979" y="532358"/>
                  </a:lnTo>
                  <a:close/>
                </a:path>
                <a:path w="40005" h="1755775">
                  <a:moveTo>
                    <a:pt x="39979" y="0"/>
                  </a:moveTo>
                  <a:lnTo>
                    <a:pt x="24536" y="2895"/>
                  </a:lnTo>
                  <a:lnTo>
                    <a:pt x="11811" y="10896"/>
                  </a:lnTo>
                  <a:lnTo>
                    <a:pt x="3175" y="22999"/>
                  </a:lnTo>
                  <a:lnTo>
                    <a:pt x="0" y="38150"/>
                  </a:lnTo>
                  <a:lnTo>
                    <a:pt x="0" y="265277"/>
                  </a:lnTo>
                  <a:lnTo>
                    <a:pt x="3175" y="280720"/>
                  </a:lnTo>
                  <a:lnTo>
                    <a:pt x="11811" y="293433"/>
                  </a:lnTo>
                  <a:lnTo>
                    <a:pt x="24536" y="302069"/>
                  </a:lnTo>
                  <a:lnTo>
                    <a:pt x="39979" y="305244"/>
                  </a:lnTo>
                  <a:lnTo>
                    <a:pt x="39979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821912" y="887134"/>
              <a:ext cx="1466215" cy="7415530"/>
            </a:xfrm>
            <a:custGeom>
              <a:avLst/>
              <a:gdLst/>
              <a:ahLst/>
              <a:cxnLst/>
              <a:rect l="l" t="t" r="r" b="b"/>
              <a:pathLst>
                <a:path w="1466215" h="7415530">
                  <a:moveTo>
                    <a:pt x="1466088" y="7414908"/>
                  </a:moveTo>
                  <a:lnTo>
                    <a:pt x="543264" y="7414908"/>
                  </a:lnTo>
                  <a:lnTo>
                    <a:pt x="496423" y="7412912"/>
                  </a:lnTo>
                  <a:lnTo>
                    <a:pt x="450682" y="7407033"/>
                  </a:lnTo>
                  <a:lnTo>
                    <a:pt x="406205" y="7397435"/>
                  </a:lnTo>
                  <a:lnTo>
                    <a:pt x="363155" y="7384282"/>
                  </a:lnTo>
                  <a:lnTo>
                    <a:pt x="321696" y="7367736"/>
                  </a:lnTo>
                  <a:lnTo>
                    <a:pt x="281992" y="7347963"/>
                  </a:lnTo>
                  <a:lnTo>
                    <a:pt x="244206" y="7325126"/>
                  </a:lnTo>
                  <a:lnTo>
                    <a:pt x="208502" y="7299387"/>
                  </a:lnTo>
                  <a:lnTo>
                    <a:pt x="175044" y="7270912"/>
                  </a:lnTo>
                  <a:lnTo>
                    <a:pt x="143996" y="7239864"/>
                  </a:lnTo>
                  <a:lnTo>
                    <a:pt x="115521" y="7206406"/>
                  </a:lnTo>
                  <a:lnTo>
                    <a:pt x="89782" y="7170702"/>
                  </a:lnTo>
                  <a:lnTo>
                    <a:pt x="66945" y="7132917"/>
                  </a:lnTo>
                  <a:lnTo>
                    <a:pt x="47171" y="7093212"/>
                  </a:lnTo>
                  <a:lnTo>
                    <a:pt x="30626" y="7051754"/>
                  </a:lnTo>
                  <a:lnTo>
                    <a:pt x="17472" y="7008704"/>
                  </a:lnTo>
                  <a:lnTo>
                    <a:pt x="7874" y="6964227"/>
                  </a:lnTo>
                  <a:lnTo>
                    <a:pt x="1996" y="6918486"/>
                  </a:lnTo>
                  <a:lnTo>
                    <a:pt x="77" y="6873462"/>
                  </a:lnTo>
                  <a:lnTo>
                    <a:pt x="0" y="543263"/>
                  </a:lnTo>
                  <a:lnTo>
                    <a:pt x="738" y="514987"/>
                  </a:lnTo>
                  <a:lnTo>
                    <a:pt x="6178" y="460479"/>
                  </a:lnTo>
                  <a:lnTo>
                    <a:pt x="16579" y="407901"/>
                  </a:lnTo>
                  <a:lnTo>
                    <a:pt x="30590" y="362506"/>
                  </a:lnTo>
                  <a:lnTo>
                    <a:pt x="45593" y="325855"/>
                  </a:lnTo>
                  <a:lnTo>
                    <a:pt x="66545" y="284350"/>
                  </a:lnTo>
                  <a:lnTo>
                    <a:pt x="86787" y="250736"/>
                  </a:lnTo>
                  <a:lnTo>
                    <a:pt x="120542" y="202020"/>
                  </a:lnTo>
                  <a:lnTo>
                    <a:pt x="146320" y="172040"/>
                  </a:lnTo>
                  <a:lnTo>
                    <a:pt x="169429" y="149613"/>
                  </a:lnTo>
                  <a:lnTo>
                    <a:pt x="188507" y="132011"/>
                  </a:lnTo>
                  <a:lnTo>
                    <a:pt x="234118" y="96333"/>
                  </a:lnTo>
                  <a:lnTo>
                    <a:pt x="272682" y="72052"/>
                  </a:lnTo>
                  <a:lnTo>
                    <a:pt x="313503" y="50923"/>
                  </a:lnTo>
                  <a:lnTo>
                    <a:pt x="356346" y="33159"/>
                  </a:lnTo>
                  <a:lnTo>
                    <a:pt x="400978" y="18971"/>
                  </a:lnTo>
                  <a:lnTo>
                    <a:pt x="447165" y="8573"/>
                  </a:lnTo>
                  <a:lnTo>
                    <a:pt x="494671" y="2178"/>
                  </a:lnTo>
                  <a:lnTo>
                    <a:pt x="543264" y="0"/>
                  </a:lnTo>
                  <a:lnTo>
                    <a:pt x="1466088" y="0"/>
                  </a:lnTo>
                  <a:lnTo>
                    <a:pt x="1466088" y="36338"/>
                  </a:lnTo>
                  <a:lnTo>
                    <a:pt x="543264" y="36338"/>
                  </a:lnTo>
                  <a:lnTo>
                    <a:pt x="494468" y="38661"/>
                  </a:lnTo>
                  <a:lnTo>
                    <a:pt x="446980" y="45488"/>
                  </a:lnTo>
                  <a:lnTo>
                    <a:pt x="401011" y="56608"/>
                  </a:lnTo>
                  <a:lnTo>
                    <a:pt x="356776" y="71812"/>
                  </a:lnTo>
                  <a:lnTo>
                    <a:pt x="314486" y="90887"/>
                  </a:lnTo>
                  <a:lnTo>
                    <a:pt x="274356" y="113624"/>
                  </a:lnTo>
                  <a:lnTo>
                    <a:pt x="236597" y="139811"/>
                  </a:lnTo>
                  <a:lnTo>
                    <a:pt x="201424" y="169237"/>
                  </a:lnTo>
                  <a:lnTo>
                    <a:pt x="169048" y="201693"/>
                  </a:lnTo>
                  <a:lnTo>
                    <a:pt x="139684" y="236967"/>
                  </a:lnTo>
                  <a:lnTo>
                    <a:pt x="113544" y="274847"/>
                  </a:lnTo>
                  <a:lnTo>
                    <a:pt x="90841" y="315125"/>
                  </a:lnTo>
                  <a:lnTo>
                    <a:pt x="71789" y="357588"/>
                  </a:lnTo>
                  <a:lnTo>
                    <a:pt x="56599" y="402025"/>
                  </a:lnTo>
                  <a:lnTo>
                    <a:pt x="45485" y="448227"/>
                  </a:lnTo>
                  <a:lnTo>
                    <a:pt x="38661" y="495982"/>
                  </a:lnTo>
                  <a:lnTo>
                    <a:pt x="36425" y="543263"/>
                  </a:lnTo>
                  <a:lnTo>
                    <a:pt x="36339" y="6873462"/>
                  </a:lnTo>
                  <a:lnTo>
                    <a:pt x="38661" y="6922257"/>
                  </a:lnTo>
                  <a:lnTo>
                    <a:pt x="45485" y="6969746"/>
                  </a:lnTo>
                  <a:lnTo>
                    <a:pt x="56599" y="7015714"/>
                  </a:lnTo>
                  <a:lnTo>
                    <a:pt x="71789" y="7059950"/>
                  </a:lnTo>
                  <a:lnTo>
                    <a:pt x="90841" y="7102239"/>
                  </a:lnTo>
                  <a:lnTo>
                    <a:pt x="113544" y="7142370"/>
                  </a:lnTo>
                  <a:lnTo>
                    <a:pt x="139684" y="7180128"/>
                  </a:lnTo>
                  <a:lnTo>
                    <a:pt x="169048" y="7215302"/>
                  </a:lnTo>
                  <a:lnTo>
                    <a:pt x="201424" y="7247677"/>
                  </a:lnTo>
                  <a:lnTo>
                    <a:pt x="236597" y="7277041"/>
                  </a:lnTo>
                  <a:lnTo>
                    <a:pt x="274356" y="7303181"/>
                  </a:lnTo>
                  <a:lnTo>
                    <a:pt x="314486" y="7325884"/>
                  </a:lnTo>
                  <a:lnTo>
                    <a:pt x="356776" y="7344937"/>
                  </a:lnTo>
                  <a:lnTo>
                    <a:pt x="401011" y="7360127"/>
                  </a:lnTo>
                  <a:lnTo>
                    <a:pt x="446980" y="7371240"/>
                  </a:lnTo>
                  <a:lnTo>
                    <a:pt x="494468" y="7378065"/>
                  </a:lnTo>
                  <a:lnTo>
                    <a:pt x="543264" y="7380387"/>
                  </a:lnTo>
                  <a:lnTo>
                    <a:pt x="1466088" y="7380387"/>
                  </a:lnTo>
                  <a:lnTo>
                    <a:pt x="1466088" y="7414908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12452579" y="1389690"/>
            <a:ext cx="3748404" cy="7415530"/>
            <a:chOff x="12452579" y="1389690"/>
            <a:chExt cx="3748404" cy="7415530"/>
          </a:xfrm>
        </p:grpSpPr>
        <p:sp>
          <p:nvSpPr>
            <p:cNvPr id="16" name="object 16"/>
            <p:cNvSpPr/>
            <p:nvPr/>
          </p:nvSpPr>
          <p:spPr>
            <a:xfrm>
              <a:off x="12528890" y="1426029"/>
              <a:ext cx="3596004" cy="7342505"/>
            </a:xfrm>
            <a:custGeom>
              <a:avLst/>
              <a:gdLst/>
              <a:ahLst/>
              <a:cxnLst/>
              <a:rect l="l" t="t" r="r" b="b"/>
              <a:pathLst>
                <a:path w="3596005" h="7342505">
                  <a:moveTo>
                    <a:pt x="3088788" y="7342231"/>
                  </a:moveTo>
                  <a:lnTo>
                    <a:pt x="506925" y="7342231"/>
                  </a:lnTo>
                  <a:lnTo>
                    <a:pt x="458129" y="7339909"/>
                  </a:lnTo>
                  <a:lnTo>
                    <a:pt x="410641" y="7333085"/>
                  </a:lnTo>
                  <a:lnTo>
                    <a:pt x="364672" y="7321971"/>
                  </a:lnTo>
                  <a:lnTo>
                    <a:pt x="320437" y="7306781"/>
                  </a:lnTo>
                  <a:lnTo>
                    <a:pt x="278147" y="7287729"/>
                  </a:lnTo>
                  <a:lnTo>
                    <a:pt x="238017" y="7265026"/>
                  </a:lnTo>
                  <a:lnTo>
                    <a:pt x="200258" y="7238885"/>
                  </a:lnTo>
                  <a:lnTo>
                    <a:pt x="165085" y="7209521"/>
                  </a:lnTo>
                  <a:lnTo>
                    <a:pt x="132710" y="7177146"/>
                  </a:lnTo>
                  <a:lnTo>
                    <a:pt x="103345" y="7141972"/>
                  </a:lnTo>
                  <a:lnTo>
                    <a:pt x="77205" y="7104214"/>
                  </a:lnTo>
                  <a:lnTo>
                    <a:pt x="54502" y="7064083"/>
                  </a:lnTo>
                  <a:lnTo>
                    <a:pt x="35449" y="7021794"/>
                  </a:lnTo>
                  <a:lnTo>
                    <a:pt x="20260" y="6977558"/>
                  </a:lnTo>
                  <a:lnTo>
                    <a:pt x="9146" y="6931590"/>
                  </a:lnTo>
                  <a:lnTo>
                    <a:pt x="2322" y="6884101"/>
                  </a:lnTo>
                  <a:lnTo>
                    <a:pt x="0" y="6835306"/>
                  </a:lnTo>
                  <a:lnTo>
                    <a:pt x="0" y="506924"/>
                  </a:lnTo>
                  <a:lnTo>
                    <a:pt x="2322" y="458129"/>
                  </a:lnTo>
                  <a:lnTo>
                    <a:pt x="9146" y="410640"/>
                  </a:lnTo>
                  <a:lnTo>
                    <a:pt x="20260" y="364672"/>
                  </a:lnTo>
                  <a:lnTo>
                    <a:pt x="35449" y="320436"/>
                  </a:lnTo>
                  <a:lnTo>
                    <a:pt x="54502" y="278147"/>
                  </a:lnTo>
                  <a:lnTo>
                    <a:pt x="77205" y="238016"/>
                  </a:lnTo>
                  <a:lnTo>
                    <a:pt x="103345" y="200258"/>
                  </a:lnTo>
                  <a:lnTo>
                    <a:pt x="132710" y="165085"/>
                  </a:lnTo>
                  <a:lnTo>
                    <a:pt x="165085" y="132709"/>
                  </a:lnTo>
                  <a:lnTo>
                    <a:pt x="200258" y="103345"/>
                  </a:lnTo>
                  <a:lnTo>
                    <a:pt x="238017" y="77205"/>
                  </a:lnTo>
                  <a:lnTo>
                    <a:pt x="278147" y="54502"/>
                  </a:lnTo>
                  <a:lnTo>
                    <a:pt x="320437" y="35449"/>
                  </a:lnTo>
                  <a:lnTo>
                    <a:pt x="364672" y="20259"/>
                  </a:lnTo>
                  <a:lnTo>
                    <a:pt x="410641" y="9146"/>
                  </a:lnTo>
                  <a:lnTo>
                    <a:pt x="458129" y="2322"/>
                  </a:lnTo>
                  <a:lnTo>
                    <a:pt x="506925" y="0"/>
                  </a:lnTo>
                  <a:lnTo>
                    <a:pt x="3088788" y="0"/>
                  </a:lnTo>
                  <a:lnTo>
                    <a:pt x="3137583" y="2322"/>
                  </a:lnTo>
                  <a:lnTo>
                    <a:pt x="3185072" y="9146"/>
                  </a:lnTo>
                  <a:lnTo>
                    <a:pt x="3231040" y="20259"/>
                  </a:lnTo>
                  <a:lnTo>
                    <a:pt x="3275276" y="35449"/>
                  </a:lnTo>
                  <a:lnTo>
                    <a:pt x="3317565" y="54502"/>
                  </a:lnTo>
                  <a:lnTo>
                    <a:pt x="3357696" y="77205"/>
                  </a:lnTo>
                  <a:lnTo>
                    <a:pt x="3395454" y="103345"/>
                  </a:lnTo>
                  <a:lnTo>
                    <a:pt x="3430628" y="132709"/>
                  </a:lnTo>
                  <a:lnTo>
                    <a:pt x="3463003" y="165085"/>
                  </a:lnTo>
                  <a:lnTo>
                    <a:pt x="3481419" y="187144"/>
                  </a:lnTo>
                  <a:lnTo>
                    <a:pt x="488755" y="187144"/>
                  </a:lnTo>
                  <a:lnTo>
                    <a:pt x="440183" y="191074"/>
                  </a:lnTo>
                  <a:lnTo>
                    <a:pt x="394086" y="202449"/>
                  </a:lnTo>
                  <a:lnTo>
                    <a:pt x="351085" y="220650"/>
                  </a:lnTo>
                  <a:lnTo>
                    <a:pt x="311801" y="245053"/>
                  </a:lnTo>
                  <a:lnTo>
                    <a:pt x="276855" y="275038"/>
                  </a:lnTo>
                  <a:lnTo>
                    <a:pt x="246870" y="309983"/>
                  </a:lnTo>
                  <a:lnTo>
                    <a:pt x="222467" y="349267"/>
                  </a:lnTo>
                  <a:lnTo>
                    <a:pt x="204267" y="392268"/>
                  </a:lnTo>
                  <a:lnTo>
                    <a:pt x="193010" y="437881"/>
                  </a:lnTo>
                  <a:lnTo>
                    <a:pt x="188961" y="486938"/>
                  </a:lnTo>
                  <a:lnTo>
                    <a:pt x="188961" y="6864377"/>
                  </a:lnTo>
                  <a:lnTo>
                    <a:pt x="192891" y="6912949"/>
                  </a:lnTo>
                  <a:lnTo>
                    <a:pt x="204267" y="6959046"/>
                  </a:lnTo>
                  <a:lnTo>
                    <a:pt x="222467" y="7002048"/>
                  </a:lnTo>
                  <a:lnTo>
                    <a:pt x="246870" y="7041332"/>
                  </a:lnTo>
                  <a:lnTo>
                    <a:pt x="276855" y="7076277"/>
                  </a:lnTo>
                  <a:lnTo>
                    <a:pt x="311801" y="7106262"/>
                  </a:lnTo>
                  <a:lnTo>
                    <a:pt x="351085" y="7130665"/>
                  </a:lnTo>
                  <a:lnTo>
                    <a:pt x="394086" y="7148865"/>
                  </a:lnTo>
                  <a:lnTo>
                    <a:pt x="440183" y="7160241"/>
                  </a:lnTo>
                  <a:lnTo>
                    <a:pt x="488755" y="7164171"/>
                  </a:lnTo>
                  <a:lnTo>
                    <a:pt x="3473835" y="7164171"/>
                  </a:lnTo>
                  <a:lnTo>
                    <a:pt x="3463003" y="7177146"/>
                  </a:lnTo>
                  <a:lnTo>
                    <a:pt x="3430628" y="7209521"/>
                  </a:lnTo>
                  <a:lnTo>
                    <a:pt x="3395454" y="7238885"/>
                  </a:lnTo>
                  <a:lnTo>
                    <a:pt x="3357696" y="7265026"/>
                  </a:lnTo>
                  <a:lnTo>
                    <a:pt x="3317565" y="7287729"/>
                  </a:lnTo>
                  <a:lnTo>
                    <a:pt x="3275276" y="7306781"/>
                  </a:lnTo>
                  <a:lnTo>
                    <a:pt x="3231040" y="7321971"/>
                  </a:lnTo>
                  <a:lnTo>
                    <a:pt x="3185072" y="7333085"/>
                  </a:lnTo>
                  <a:lnTo>
                    <a:pt x="3137583" y="7339909"/>
                  </a:lnTo>
                  <a:lnTo>
                    <a:pt x="3088788" y="7342231"/>
                  </a:lnTo>
                  <a:close/>
                </a:path>
                <a:path w="3596005" h="7342505">
                  <a:moveTo>
                    <a:pt x="2550976" y="437881"/>
                  </a:moveTo>
                  <a:lnTo>
                    <a:pt x="1048372" y="437881"/>
                  </a:lnTo>
                  <a:lnTo>
                    <a:pt x="1003680" y="431799"/>
                  </a:lnTo>
                  <a:lnTo>
                    <a:pt x="963379" y="414664"/>
                  </a:lnTo>
                  <a:lnTo>
                    <a:pt x="929135" y="388142"/>
                  </a:lnTo>
                  <a:lnTo>
                    <a:pt x="902613" y="353898"/>
                  </a:lnTo>
                  <a:lnTo>
                    <a:pt x="885478" y="313597"/>
                  </a:lnTo>
                  <a:lnTo>
                    <a:pt x="879397" y="268906"/>
                  </a:lnTo>
                  <a:lnTo>
                    <a:pt x="879397" y="187144"/>
                  </a:lnTo>
                  <a:lnTo>
                    <a:pt x="2719950" y="187144"/>
                  </a:lnTo>
                  <a:lnTo>
                    <a:pt x="2719950" y="232567"/>
                  </a:lnTo>
                  <a:lnTo>
                    <a:pt x="2229378" y="232567"/>
                  </a:lnTo>
                  <a:lnTo>
                    <a:pt x="2212316" y="236087"/>
                  </a:lnTo>
                  <a:lnTo>
                    <a:pt x="2197809" y="245740"/>
                  </a:lnTo>
                  <a:lnTo>
                    <a:pt x="2196857" y="247103"/>
                  </a:lnTo>
                  <a:lnTo>
                    <a:pt x="1558930" y="247103"/>
                  </a:lnTo>
                  <a:lnTo>
                    <a:pt x="1547204" y="249374"/>
                  </a:lnTo>
                  <a:lnTo>
                    <a:pt x="1537353" y="255733"/>
                  </a:lnTo>
                  <a:lnTo>
                    <a:pt x="1530568" y="265499"/>
                  </a:lnTo>
                  <a:lnTo>
                    <a:pt x="1528042" y="277990"/>
                  </a:lnTo>
                  <a:lnTo>
                    <a:pt x="1530568" y="290482"/>
                  </a:lnTo>
                  <a:lnTo>
                    <a:pt x="1537353" y="300248"/>
                  </a:lnTo>
                  <a:lnTo>
                    <a:pt x="1547204" y="306607"/>
                  </a:lnTo>
                  <a:lnTo>
                    <a:pt x="1558930" y="308878"/>
                  </a:lnTo>
                  <a:lnTo>
                    <a:pt x="2196216" y="308878"/>
                  </a:lnTo>
                  <a:lnTo>
                    <a:pt x="2197128" y="310241"/>
                  </a:lnTo>
                  <a:lnTo>
                    <a:pt x="2211550" y="319894"/>
                  </a:lnTo>
                  <a:lnTo>
                    <a:pt x="2229378" y="323414"/>
                  </a:lnTo>
                  <a:lnTo>
                    <a:pt x="2709694" y="323414"/>
                  </a:lnTo>
                  <a:lnTo>
                    <a:pt x="2696734" y="353898"/>
                  </a:lnTo>
                  <a:lnTo>
                    <a:pt x="2670212" y="388142"/>
                  </a:lnTo>
                  <a:lnTo>
                    <a:pt x="2635968" y="414664"/>
                  </a:lnTo>
                  <a:lnTo>
                    <a:pt x="2595668" y="431799"/>
                  </a:lnTo>
                  <a:lnTo>
                    <a:pt x="2550976" y="437881"/>
                  </a:lnTo>
                  <a:close/>
                </a:path>
                <a:path w="3596005" h="7342505">
                  <a:moveTo>
                    <a:pt x="3473835" y="7164171"/>
                  </a:moveTo>
                  <a:lnTo>
                    <a:pt x="3110591" y="7164171"/>
                  </a:lnTo>
                  <a:lnTo>
                    <a:pt x="3159163" y="7160241"/>
                  </a:lnTo>
                  <a:lnTo>
                    <a:pt x="3205261" y="7148865"/>
                  </a:lnTo>
                  <a:lnTo>
                    <a:pt x="3248262" y="7130665"/>
                  </a:lnTo>
                  <a:lnTo>
                    <a:pt x="3287546" y="7106262"/>
                  </a:lnTo>
                  <a:lnTo>
                    <a:pt x="3322492" y="7076277"/>
                  </a:lnTo>
                  <a:lnTo>
                    <a:pt x="3352477" y="7041332"/>
                  </a:lnTo>
                  <a:lnTo>
                    <a:pt x="3376880" y="7002048"/>
                  </a:lnTo>
                  <a:lnTo>
                    <a:pt x="3395080" y="6959046"/>
                  </a:lnTo>
                  <a:lnTo>
                    <a:pt x="3406456" y="6912949"/>
                  </a:lnTo>
                  <a:lnTo>
                    <a:pt x="3410386" y="6864377"/>
                  </a:lnTo>
                  <a:lnTo>
                    <a:pt x="3408569" y="6864377"/>
                  </a:lnTo>
                  <a:lnTo>
                    <a:pt x="3408569" y="486938"/>
                  </a:lnTo>
                  <a:lnTo>
                    <a:pt x="3404639" y="438366"/>
                  </a:lnTo>
                  <a:lnTo>
                    <a:pt x="3393263" y="392268"/>
                  </a:lnTo>
                  <a:lnTo>
                    <a:pt x="3375063" y="349267"/>
                  </a:lnTo>
                  <a:lnTo>
                    <a:pt x="3350659" y="309983"/>
                  </a:lnTo>
                  <a:lnTo>
                    <a:pt x="3320675" y="275038"/>
                  </a:lnTo>
                  <a:lnTo>
                    <a:pt x="3285730" y="245053"/>
                  </a:lnTo>
                  <a:lnTo>
                    <a:pt x="3246446" y="220650"/>
                  </a:lnTo>
                  <a:lnTo>
                    <a:pt x="3203445" y="202449"/>
                  </a:lnTo>
                  <a:lnTo>
                    <a:pt x="3157347" y="191074"/>
                  </a:lnTo>
                  <a:lnTo>
                    <a:pt x="3108775" y="187144"/>
                  </a:lnTo>
                  <a:lnTo>
                    <a:pt x="3481419" y="187144"/>
                  </a:lnTo>
                  <a:lnTo>
                    <a:pt x="3492367" y="200258"/>
                  </a:lnTo>
                  <a:lnTo>
                    <a:pt x="3518507" y="238016"/>
                  </a:lnTo>
                  <a:lnTo>
                    <a:pt x="3541122" y="277990"/>
                  </a:lnTo>
                  <a:lnTo>
                    <a:pt x="3541210" y="278147"/>
                  </a:lnTo>
                  <a:lnTo>
                    <a:pt x="3560263" y="320436"/>
                  </a:lnTo>
                  <a:lnTo>
                    <a:pt x="3575453" y="364672"/>
                  </a:lnTo>
                  <a:lnTo>
                    <a:pt x="3586566" y="410640"/>
                  </a:lnTo>
                  <a:lnTo>
                    <a:pt x="3593390" y="458129"/>
                  </a:lnTo>
                  <a:lnTo>
                    <a:pt x="3595712" y="506924"/>
                  </a:lnTo>
                  <a:lnTo>
                    <a:pt x="3595712" y="6835306"/>
                  </a:lnTo>
                  <a:lnTo>
                    <a:pt x="3593390" y="6884101"/>
                  </a:lnTo>
                  <a:lnTo>
                    <a:pt x="3586566" y="6931590"/>
                  </a:lnTo>
                  <a:lnTo>
                    <a:pt x="3575453" y="6977558"/>
                  </a:lnTo>
                  <a:lnTo>
                    <a:pt x="3560263" y="7021794"/>
                  </a:lnTo>
                  <a:lnTo>
                    <a:pt x="3541210" y="7064083"/>
                  </a:lnTo>
                  <a:lnTo>
                    <a:pt x="3518507" y="7104214"/>
                  </a:lnTo>
                  <a:lnTo>
                    <a:pt x="3492367" y="7141972"/>
                  </a:lnTo>
                  <a:lnTo>
                    <a:pt x="3473835" y="7164171"/>
                  </a:lnTo>
                  <a:close/>
                </a:path>
                <a:path w="3596005" h="7342505">
                  <a:moveTo>
                    <a:pt x="2709694" y="323414"/>
                  </a:moveTo>
                  <a:lnTo>
                    <a:pt x="2229378" y="323414"/>
                  </a:lnTo>
                  <a:lnTo>
                    <a:pt x="2247207" y="319894"/>
                  </a:lnTo>
                  <a:lnTo>
                    <a:pt x="2261629" y="310241"/>
                  </a:lnTo>
                  <a:lnTo>
                    <a:pt x="2271282" y="295819"/>
                  </a:lnTo>
                  <a:lnTo>
                    <a:pt x="2274771" y="278147"/>
                  </a:lnTo>
                  <a:lnTo>
                    <a:pt x="2274802" y="277990"/>
                  </a:lnTo>
                  <a:lnTo>
                    <a:pt x="2271282" y="260162"/>
                  </a:lnTo>
                  <a:lnTo>
                    <a:pt x="2261629" y="245740"/>
                  </a:lnTo>
                  <a:lnTo>
                    <a:pt x="2247207" y="236087"/>
                  </a:lnTo>
                  <a:lnTo>
                    <a:pt x="2229378" y="232567"/>
                  </a:lnTo>
                  <a:lnTo>
                    <a:pt x="2719950" y="232567"/>
                  </a:lnTo>
                  <a:lnTo>
                    <a:pt x="2719950" y="268906"/>
                  </a:lnTo>
                  <a:lnTo>
                    <a:pt x="2713868" y="313597"/>
                  </a:lnTo>
                  <a:lnTo>
                    <a:pt x="2709694" y="323414"/>
                  </a:lnTo>
                  <a:close/>
                </a:path>
                <a:path w="3596005" h="7342505">
                  <a:moveTo>
                    <a:pt x="2196216" y="308878"/>
                  </a:moveTo>
                  <a:lnTo>
                    <a:pt x="1994993" y="308878"/>
                  </a:lnTo>
                  <a:lnTo>
                    <a:pt x="2006718" y="306607"/>
                  </a:lnTo>
                  <a:lnTo>
                    <a:pt x="2016570" y="300248"/>
                  </a:lnTo>
                  <a:lnTo>
                    <a:pt x="2023356" y="290482"/>
                  </a:lnTo>
                  <a:lnTo>
                    <a:pt x="2025851" y="278147"/>
                  </a:lnTo>
                  <a:lnTo>
                    <a:pt x="2025882" y="277990"/>
                  </a:lnTo>
                  <a:lnTo>
                    <a:pt x="2023356" y="265499"/>
                  </a:lnTo>
                  <a:lnTo>
                    <a:pt x="2016570" y="255733"/>
                  </a:lnTo>
                  <a:lnTo>
                    <a:pt x="2006718" y="249374"/>
                  </a:lnTo>
                  <a:lnTo>
                    <a:pt x="1994993" y="247103"/>
                  </a:lnTo>
                  <a:lnTo>
                    <a:pt x="2196857" y="247103"/>
                  </a:lnTo>
                  <a:lnTo>
                    <a:pt x="2187731" y="260162"/>
                  </a:lnTo>
                  <a:lnTo>
                    <a:pt x="2183956" y="277990"/>
                  </a:lnTo>
                  <a:lnTo>
                    <a:pt x="2187476" y="295819"/>
                  </a:lnTo>
                  <a:lnTo>
                    <a:pt x="2196216" y="308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17850" y="1613174"/>
              <a:ext cx="3219607" cy="69770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4056932" y="1673132"/>
              <a:ext cx="497840" cy="62230"/>
            </a:xfrm>
            <a:custGeom>
              <a:avLst/>
              <a:gdLst/>
              <a:ahLst/>
              <a:cxnLst/>
              <a:rect l="l" t="t" r="r" b="b"/>
              <a:pathLst>
                <a:path w="497840" h="62230">
                  <a:moveTo>
                    <a:pt x="466951" y="61775"/>
                  </a:moveTo>
                  <a:lnTo>
                    <a:pt x="30887" y="61775"/>
                  </a:lnTo>
                  <a:lnTo>
                    <a:pt x="19162" y="59504"/>
                  </a:lnTo>
                  <a:lnTo>
                    <a:pt x="9311" y="53145"/>
                  </a:lnTo>
                  <a:lnTo>
                    <a:pt x="2526" y="43379"/>
                  </a:lnTo>
                  <a:lnTo>
                    <a:pt x="0" y="30887"/>
                  </a:lnTo>
                  <a:lnTo>
                    <a:pt x="2526" y="18396"/>
                  </a:lnTo>
                  <a:lnTo>
                    <a:pt x="9311" y="8630"/>
                  </a:lnTo>
                  <a:lnTo>
                    <a:pt x="19162" y="2271"/>
                  </a:lnTo>
                  <a:lnTo>
                    <a:pt x="30887" y="0"/>
                  </a:lnTo>
                  <a:lnTo>
                    <a:pt x="466951" y="0"/>
                  </a:lnTo>
                  <a:lnTo>
                    <a:pt x="478676" y="2271"/>
                  </a:lnTo>
                  <a:lnTo>
                    <a:pt x="488528" y="8630"/>
                  </a:lnTo>
                  <a:lnTo>
                    <a:pt x="495313" y="18396"/>
                  </a:lnTo>
                  <a:lnTo>
                    <a:pt x="497840" y="30887"/>
                  </a:lnTo>
                  <a:lnTo>
                    <a:pt x="495313" y="43379"/>
                  </a:lnTo>
                  <a:lnTo>
                    <a:pt x="488528" y="53145"/>
                  </a:lnTo>
                  <a:lnTo>
                    <a:pt x="478676" y="59504"/>
                  </a:lnTo>
                  <a:lnTo>
                    <a:pt x="466951" y="6177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12846" y="1658597"/>
              <a:ext cx="90846" cy="9084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452579" y="2370835"/>
              <a:ext cx="3748404" cy="1755775"/>
            </a:xfrm>
            <a:custGeom>
              <a:avLst/>
              <a:gdLst/>
              <a:ahLst/>
              <a:cxnLst/>
              <a:rect l="l" t="t" r="r" b="b"/>
              <a:pathLst>
                <a:path w="3748405" h="1755775">
                  <a:moveTo>
                    <a:pt x="39966" y="1202817"/>
                  </a:moveTo>
                  <a:lnTo>
                    <a:pt x="24523" y="1205992"/>
                  </a:lnTo>
                  <a:lnTo>
                    <a:pt x="11811" y="1214628"/>
                  </a:lnTo>
                  <a:lnTo>
                    <a:pt x="3175" y="1227340"/>
                  </a:lnTo>
                  <a:lnTo>
                    <a:pt x="0" y="1242783"/>
                  </a:lnTo>
                  <a:lnTo>
                    <a:pt x="0" y="1715185"/>
                  </a:lnTo>
                  <a:lnTo>
                    <a:pt x="3175" y="1730641"/>
                  </a:lnTo>
                  <a:lnTo>
                    <a:pt x="11811" y="1743354"/>
                  </a:lnTo>
                  <a:lnTo>
                    <a:pt x="24523" y="1751990"/>
                  </a:lnTo>
                  <a:lnTo>
                    <a:pt x="39966" y="1755165"/>
                  </a:lnTo>
                  <a:lnTo>
                    <a:pt x="39966" y="1202817"/>
                  </a:lnTo>
                  <a:close/>
                </a:path>
                <a:path w="3748405" h="1755775">
                  <a:moveTo>
                    <a:pt x="39966" y="532371"/>
                  </a:moveTo>
                  <a:lnTo>
                    <a:pt x="24523" y="535266"/>
                  </a:lnTo>
                  <a:lnTo>
                    <a:pt x="11811" y="543267"/>
                  </a:lnTo>
                  <a:lnTo>
                    <a:pt x="3175" y="555358"/>
                  </a:lnTo>
                  <a:lnTo>
                    <a:pt x="0" y="570522"/>
                  </a:lnTo>
                  <a:lnTo>
                    <a:pt x="0" y="1042924"/>
                  </a:lnTo>
                  <a:lnTo>
                    <a:pt x="3175" y="1058367"/>
                  </a:lnTo>
                  <a:lnTo>
                    <a:pt x="11811" y="1071092"/>
                  </a:lnTo>
                  <a:lnTo>
                    <a:pt x="24523" y="1079715"/>
                  </a:lnTo>
                  <a:lnTo>
                    <a:pt x="39966" y="1082903"/>
                  </a:lnTo>
                  <a:lnTo>
                    <a:pt x="39966" y="532371"/>
                  </a:lnTo>
                  <a:close/>
                </a:path>
                <a:path w="3748405" h="1755775">
                  <a:moveTo>
                    <a:pt x="39966" y="0"/>
                  </a:moveTo>
                  <a:lnTo>
                    <a:pt x="24523" y="2895"/>
                  </a:lnTo>
                  <a:lnTo>
                    <a:pt x="11811" y="10909"/>
                  </a:lnTo>
                  <a:lnTo>
                    <a:pt x="3175" y="22999"/>
                  </a:lnTo>
                  <a:lnTo>
                    <a:pt x="0" y="38163"/>
                  </a:lnTo>
                  <a:lnTo>
                    <a:pt x="0" y="265277"/>
                  </a:lnTo>
                  <a:lnTo>
                    <a:pt x="3175" y="280720"/>
                  </a:lnTo>
                  <a:lnTo>
                    <a:pt x="11811" y="293446"/>
                  </a:lnTo>
                  <a:lnTo>
                    <a:pt x="24523" y="302069"/>
                  </a:lnTo>
                  <a:lnTo>
                    <a:pt x="39966" y="305257"/>
                  </a:lnTo>
                  <a:lnTo>
                    <a:pt x="39966" y="0"/>
                  </a:lnTo>
                  <a:close/>
                </a:path>
                <a:path w="3748405" h="1755775">
                  <a:moveTo>
                    <a:pt x="3748328" y="754037"/>
                  </a:moveTo>
                  <a:lnTo>
                    <a:pt x="3745153" y="738593"/>
                  </a:lnTo>
                  <a:lnTo>
                    <a:pt x="3736517" y="725868"/>
                  </a:lnTo>
                  <a:lnTo>
                    <a:pt x="3723805" y="717245"/>
                  </a:lnTo>
                  <a:lnTo>
                    <a:pt x="3708362" y="714057"/>
                  </a:lnTo>
                  <a:lnTo>
                    <a:pt x="3708362" y="1598904"/>
                  </a:lnTo>
                  <a:lnTo>
                    <a:pt x="3723805" y="1595729"/>
                  </a:lnTo>
                  <a:lnTo>
                    <a:pt x="3736517" y="1587093"/>
                  </a:lnTo>
                  <a:lnTo>
                    <a:pt x="3745153" y="1574380"/>
                  </a:lnTo>
                  <a:lnTo>
                    <a:pt x="3748328" y="1558937"/>
                  </a:lnTo>
                  <a:lnTo>
                    <a:pt x="3748328" y="754037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2492552" y="1389690"/>
              <a:ext cx="3668395" cy="7415530"/>
            </a:xfrm>
            <a:custGeom>
              <a:avLst/>
              <a:gdLst/>
              <a:ahLst/>
              <a:cxnLst/>
              <a:rect l="l" t="t" r="r" b="b"/>
              <a:pathLst>
                <a:path w="3668394" h="7415530">
                  <a:moveTo>
                    <a:pt x="3125126" y="7414908"/>
                  </a:moveTo>
                  <a:lnTo>
                    <a:pt x="543263" y="7414908"/>
                  </a:lnTo>
                  <a:lnTo>
                    <a:pt x="496422" y="7412912"/>
                  </a:lnTo>
                  <a:lnTo>
                    <a:pt x="450681" y="7407033"/>
                  </a:lnTo>
                  <a:lnTo>
                    <a:pt x="406204" y="7397435"/>
                  </a:lnTo>
                  <a:lnTo>
                    <a:pt x="363155" y="7384281"/>
                  </a:lnTo>
                  <a:lnTo>
                    <a:pt x="321696" y="7367736"/>
                  </a:lnTo>
                  <a:lnTo>
                    <a:pt x="281992" y="7347963"/>
                  </a:lnTo>
                  <a:lnTo>
                    <a:pt x="244206" y="7325125"/>
                  </a:lnTo>
                  <a:lnTo>
                    <a:pt x="208502" y="7299387"/>
                  </a:lnTo>
                  <a:lnTo>
                    <a:pt x="175044" y="7270912"/>
                  </a:lnTo>
                  <a:lnTo>
                    <a:pt x="143996" y="7239863"/>
                  </a:lnTo>
                  <a:lnTo>
                    <a:pt x="115521" y="7206406"/>
                  </a:lnTo>
                  <a:lnTo>
                    <a:pt x="89782" y="7170702"/>
                  </a:lnTo>
                  <a:lnTo>
                    <a:pt x="66945" y="7132916"/>
                  </a:lnTo>
                  <a:lnTo>
                    <a:pt x="47171" y="7093212"/>
                  </a:lnTo>
                  <a:lnTo>
                    <a:pt x="30626" y="7051753"/>
                  </a:lnTo>
                  <a:lnTo>
                    <a:pt x="17472" y="7008703"/>
                  </a:lnTo>
                  <a:lnTo>
                    <a:pt x="7874" y="6964226"/>
                  </a:lnTo>
                  <a:lnTo>
                    <a:pt x="1996" y="6918485"/>
                  </a:lnTo>
                  <a:lnTo>
                    <a:pt x="77" y="6873461"/>
                  </a:lnTo>
                  <a:lnTo>
                    <a:pt x="0" y="543263"/>
                  </a:lnTo>
                  <a:lnTo>
                    <a:pt x="681" y="515753"/>
                  </a:lnTo>
                  <a:lnTo>
                    <a:pt x="6131" y="460734"/>
                  </a:lnTo>
                  <a:lnTo>
                    <a:pt x="13655" y="420904"/>
                  </a:lnTo>
                  <a:lnTo>
                    <a:pt x="23619" y="381556"/>
                  </a:lnTo>
                  <a:lnTo>
                    <a:pt x="37701" y="344309"/>
                  </a:lnTo>
                  <a:lnTo>
                    <a:pt x="54508" y="307061"/>
                  </a:lnTo>
                  <a:lnTo>
                    <a:pt x="73159" y="272824"/>
                  </a:lnTo>
                  <a:lnTo>
                    <a:pt x="93798" y="239835"/>
                  </a:lnTo>
                  <a:lnTo>
                    <a:pt x="120541" y="202020"/>
                  </a:lnTo>
                  <a:lnTo>
                    <a:pt x="146319" y="172040"/>
                  </a:lnTo>
                  <a:lnTo>
                    <a:pt x="169428" y="149613"/>
                  </a:lnTo>
                  <a:lnTo>
                    <a:pt x="188506" y="132011"/>
                  </a:lnTo>
                  <a:lnTo>
                    <a:pt x="234118" y="96333"/>
                  </a:lnTo>
                  <a:lnTo>
                    <a:pt x="272681" y="72052"/>
                  </a:lnTo>
                  <a:lnTo>
                    <a:pt x="313502" y="50923"/>
                  </a:lnTo>
                  <a:lnTo>
                    <a:pt x="356345" y="33159"/>
                  </a:lnTo>
                  <a:lnTo>
                    <a:pt x="400977" y="18971"/>
                  </a:lnTo>
                  <a:lnTo>
                    <a:pt x="447163" y="8573"/>
                  </a:lnTo>
                  <a:lnTo>
                    <a:pt x="495224" y="2104"/>
                  </a:lnTo>
                  <a:lnTo>
                    <a:pt x="496332" y="2104"/>
                  </a:lnTo>
                  <a:lnTo>
                    <a:pt x="543263" y="0"/>
                  </a:lnTo>
                  <a:lnTo>
                    <a:pt x="3126943" y="0"/>
                  </a:lnTo>
                  <a:lnTo>
                    <a:pt x="3175461" y="2104"/>
                  </a:lnTo>
                  <a:lnTo>
                    <a:pt x="3222786" y="8318"/>
                  </a:lnTo>
                  <a:lnTo>
                    <a:pt x="3268749" y="18492"/>
                  </a:lnTo>
                  <a:lnTo>
                    <a:pt x="3313179" y="32477"/>
                  </a:lnTo>
                  <a:lnTo>
                    <a:pt x="3322527" y="36338"/>
                  </a:lnTo>
                  <a:lnTo>
                    <a:pt x="543263" y="36338"/>
                  </a:lnTo>
                  <a:lnTo>
                    <a:pt x="494467" y="38661"/>
                  </a:lnTo>
                  <a:lnTo>
                    <a:pt x="446979" y="45488"/>
                  </a:lnTo>
                  <a:lnTo>
                    <a:pt x="401010" y="56608"/>
                  </a:lnTo>
                  <a:lnTo>
                    <a:pt x="356775" y="71812"/>
                  </a:lnTo>
                  <a:lnTo>
                    <a:pt x="314485" y="90887"/>
                  </a:lnTo>
                  <a:lnTo>
                    <a:pt x="274355" y="113624"/>
                  </a:lnTo>
                  <a:lnTo>
                    <a:pt x="236596" y="139811"/>
                  </a:lnTo>
                  <a:lnTo>
                    <a:pt x="201423" y="169237"/>
                  </a:lnTo>
                  <a:lnTo>
                    <a:pt x="169048" y="201693"/>
                  </a:lnTo>
                  <a:lnTo>
                    <a:pt x="139683" y="236967"/>
                  </a:lnTo>
                  <a:lnTo>
                    <a:pt x="113543" y="274847"/>
                  </a:lnTo>
                  <a:lnTo>
                    <a:pt x="90840" y="315125"/>
                  </a:lnTo>
                  <a:lnTo>
                    <a:pt x="71787" y="357588"/>
                  </a:lnTo>
                  <a:lnTo>
                    <a:pt x="56597" y="402025"/>
                  </a:lnTo>
                  <a:lnTo>
                    <a:pt x="45484" y="448227"/>
                  </a:lnTo>
                  <a:lnTo>
                    <a:pt x="38660" y="495982"/>
                  </a:lnTo>
                  <a:lnTo>
                    <a:pt x="36423" y="543263"/>
                  </a:lnTo>
                  <a:lnTo>
                    <a:pt x="36337" y="6873461"/>
                  </a:lnTo>
                  <a:lnTo>
                    <a:pt x="38660" y="6922257"/>
                  </a:lnTo>
                  <a:lnTo>
                    <a:pt x="45484" y="6969745"/>
                  </a:lnTo>
                  <a:lnTo>
                    <a:pt x="56597" y="7015714"/>
                  </a:lnTo>
                  <a:lnTo>
                    <a:pt x="71787" y="7059949"/>
                  </a:lnTo>
                  <a:lnTo>
                    <a:pt x="90840" y="7102239"/>
                  </a:lnTo>
                  <a:lnTo>
                    <a:pt x="113543" y="7142369"/>
                  </a:lnTo>
                  <a:lnTo>
                    <a:pt x="139683" y="7180128"/>
                  </a:lnTo>
                  <a:lnTo>
                    <a:pt x="169048" y="7215301"/>
                  </a:lnTo>
                  <a:lnTo>
                    <a:pt x="201423" y="7247676"/>
                  </a:lnTo>
                  <a:lnTo>
                    <a:pt x="236596" y="7277041"/>
                  </a:lnTo>
                  <a:lnTo>
                    <a:pt x="274355" y="7303181"/>
                  </a:lnTo>
                  <a:lnTo>
                    <a:pt x="314485" y="7325884"/>
                  </a:lnTo>
                  <a:lnTo>
                    <a:pt x="356775" y="7344937"/>
                  </a:lnTo>
                  <a:lnTo>
                    <a:pt x="401010" y="7360126"/>
                  </a:lnTo>
                  <a:lnTo>
                    <a:pt x="446979" y="7371240"/>
                  </a:lnTo>
                  <a:lnTo>
                    <a:pt x="494467" y="7378064"/>
                  </a:lnTo>
                  <a:lnTo>
                    <a:pt x="543263" y="7380386"/>
                  </a:lnTo>
                  <a:lnTo>
                    <a:pt x="3314994" y="7380386"/>
                  </a:lnTo>
                  <a:lnTo>
                    <a:pt x="3305234" y="7384281"/>
                  </a:lnTo>
                  <a:lnTo>
                    <a:pt x="3262184" y="7397435"/>
                  </a:lnTo>
                  <a:lnTo>
                    <a:pt x="3217707" y="7407033"/>
                  </a:lnTo>
                  <a:lnTo>
                    <a:pt x="3171966" y="7412912"/>
                  </a:lnTo>
                  <a:lnTo>
                    <a:pt x="3125126" y="7414908"/>
                  </a:lnTo>
                  <a:close/>
                </a:path>
                <a:path w="3668394" h="7415530">
                  <a:moveTo>
                    <a:pt x="3314994" y="7380386"/>
                  </a:moveTo>
                  <a:lnTo>
                    <a:pt x="3125126" y="7380386"/>
                  </a:lnTo>
                  <a:lnTo>
                    <a:pt x="3173921" y="7378064"/>
                  </a:lnTo>
                  <a:lnTo>
                    <a:pt x="3221410" y="7371240"/>
                  </a:lnTo>
                  <a:lnTo>
                    <a:pt x="3267378" y="7360126"/>
                  </a:lnTo>
                  <a:lnTo>
                    <a:pt x="3311614" y="7344937"/>
                  </a:lnTo>
                  <a:lnTo>
                    <a:pt x="3353903" y="7325884"/>
                  </a:lnTo>
                  <a:lnTo>
                    <a:pt x="3394034" y="7303181"/>
                  </a:lnTo>
                  <a:lnTo>
                    <a:pt x="3431792" y="7277041"/>
                  </a:lnTo>
                  <a:lnTo>
                    <a:pt x="3466965" y="7247676"/>
                  </a:lnTo>
                  <a:lnTo>
                    <a:pt x="3499341" y="7215301"/>
                  </a:lnTo>
                  <a:lnTo>
                    <a:pt x="3528705" y="7180128"/>
                  </a:lnTo>
                  <a:lnTo>
                    <a:pt x="3554845" y="7142369"/>
                  </a:lnTo>
                  <a:lnTo>
                    <a:pt x="3577548" y="7102239"/>
                  </a:lnTo>
                  <a:lnTo>
                    <a:pt x="3596601" y="7059949"/>
                  </a:lnTo>
                  <a:lnTo>
                    <a:pt x="3611790" y="7015714"/>
                  </a:lnTo>
                  <a:lnTo>
                    <a:pt x="3622904" y="6969745"/>
                  </a:lnTo>
                  <a:lnTo>
                    <a:pt x="3629728" y="6922257"/>
                  </a:lnTo>
                  <a:lnTo>
                    <a:pt x="3632050" y="6873461"/>
                  </a:lnTo>
                  <a:lnTo>
                    <a:pt x="3632050" y="543263"/>
                  </a:lnTo>
                  <a:lnTo>
                    <a:pt x="3629800" y="495982"/>
                  </a:lnTo>
                  <a:lnTo>
                    <a:pt x="3629728" y="494467"/>
                  </a:lnTo>
                  <a:lnTo>
                    <a:pt x="3622904" y="446979"/>
                  </a:lnTo>
                  <a:lnTo>
                    <a:pt x="3611790" y="401011"/>
                  </a:lnTo>
                  <a:lnTo>
                    <a:pt x="3596601" y="356775"/>
                  </a:lnTo>
                  <a:lnTo>
                    <a:pt x="3577548" y="314486"/>
                  </a:lnTo>
                  <a:lnTo>
                    <a:pt x="3554845" y="274355"/>
                  </a:lnTo>
                  <a:lnTo>
                    <a:pt x="3528705" y="236597"/>
                  </a:lnTo>
                  <a:lnTo>
                    <a:pt x="3499341" y="201423"/>
                  </a:lnTo>
                  <a:lnTo>
                    <a:pt x="3466965" y="169048"/>
                  </a:lnTo>
                  <a:lnTo>
                    <a:pt x="3431944" y="139811"/>
                  </a:lnTo>
                  <a:lnTo>
                    <a:pt x="3394149" y="113624"/>
                  </a:lnTo>
                  <a:lnTo>
                    <a:pt x="3353985" y="90887"/>
                  </a:lnTo>
                  <a:lnTo>
                    <a:pt x="3311666" y="71812"/>
                  </a:lnTo>
                  <a:lnTo>
                    <a:pt x="3267407" y="56608"/>
                  </a:lnTo>
                  <a:lnTo>
                    <a:pt x="3221422" y="45488"/>
                  </a:lnTo>
                  <a:lnTo>
                    <a:pt x="3173924" y="38661"/>
                  </a:lnTo>
                  <a:lnTo>
                    <a:pt x="3125126" y="36338"/>
                  </a:lnTo>
                  <a:lnTo>
                    <a:pt x="3322527" y="36338"/>
                  </a:lnTo>
                  <a:lnTo>
                    <a:pt x="3396758" y="71286"/>
                  </a:lnTo>
                  <a:lnTo>
                    <a:pt x="3435566" y="95811"/>
                  </a:lnTo>
                  <a:lnTo>
                    <a:pt x="3472160" y="123551"/>
                  </a:lnTo>
                  <a:lnTo>
                    <a:pt x="3500777" y="148846"/>
                  </a:lnTo>
                  <a:lnTo>
                    <a:pt x="3536435" y="187371"/>
                  </a:lnTo>
                  <a:lnTo>
                    <a:pt x="3561190" y="218032"/>
                  </a:lnTo>
                  <a:lnTo>
                    <a:pt x="3583419" y="250736"/>
                  </a:lnTo>
                  <a:lnTo>
                    <a:pt x="3603661" y="283668"/>
                  </a:lnTo>
                  <a:lnTo>
                    <a:pt x="3623818" y="325089"/>
                  </a:lnTo>
                  <a:lnTo>
                    <a:pt x="3638694" y="362506"/>
                  </a:lnTo>
                  <a:lnTo>
                    <a:pt x="3651810" y="407901"/>
                  </a:lnTo>
                  <a:lnTo>
                    <a:pt x="3662257" y="460479"/>
                  </a:lnTo>
                  <a:lnTo>
                    <a:pt x="3667708" y="514987"/>
                  </a:lnTo>
                  <a:lnTo>
                    <a:pt x="3668390" y="543263"/>
                  </a:lnTo>
                  <a:lnTo>
                    <a:pt x="3668312" y="6873461"/>
                  </a:lnTo>
                  <a:lnTo>
                    <a:pt x="3666394" y="6918485"/>
                  </a:lnTo>
                  <a:lnTo>
                    <a:pt x="3660515" y="6964226"/>
                  </a:lnTo>
                  <a:lnTo>
                    <a:pt x="3650917" y="7008703"/>
                  </a:lnTo>
                  <a:lnTo>
                    <a:pt x="3637763" y="7051753"/>
                  </a:lnTo>
                  <a:lnTo>
                    <a:pt x="3621218" y="7093212"/>
                  </a:lnTo>
                  <a:lnTo>
                    <a:pt x="3601445" y="7132916"/>
                  </a:lnTo>
                  <a:lnTo>
                    <a:pt x="3578607" y="7170702"/>
                  </a:lnTo>
                  <a:lnTo>
                    <a:pt x="3552869" y="7206406"/>
                  </a:lnTo>
                  <a:lnTo>
                    <a:pt x="3524394" y="7239863"/>
                  </a:lnTo>
                  <a:lnTo>
                    <a:pt x="3493345" y="7270912"/>
                  </a:lnTo>
                  <a:lnTo>
                    <a:pt x="3459887" y="7299387"/>
                  </a:lnTo>
                  <a:lnTo>
                    <a:pt x="3424183" y="7325125"/>
                  </a:lnTo>
                  <a:lnTo>
                    <a:pt x="3386398" y="7347963"/>
                  </a:lnTo>
                  <a:lnTo>
                    <a:pt x="3346693" y="7367736"/>
                  </a:lnTo>
                  <a:lnTo>
                    <a:pt x="3314994" y="7380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996950" y="3320875"/>
          <a:ext cx="5836920" cy="734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8035"/>
                <a:gridCol w="955039"/>
                <a:gridCol w="1997075"/>
                <a:gridCol w="750570"/>
              </a:tblGrid>
              <a:tr h="367030">
                <a:tc>
                  <a:txBody>
                    <a:bodyPr/>
                    <a:lstStyle/>
                    <a:p>
                      <a:pPr marL="31750">
                        <a:lnSpc>
                          <a:spcPts val="2645"/>
                        </a:lnSpc>
                      </a:pPr>
                      <a:r>
                        <a:rPr dirty="0" sz="2400" spc="185">
                          <a:latin typeface="Times New Roman"/>
                          <a:cs typeface="Times New Roman"/>
                        </a:rPr>
                        <a:t>Presentación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88595">
                        <a:lnSpc>
                          <a:spcPts val="2645"/>
                        </a:lnSpc>
                      </a:pPr>
                      <a:r>
                        <a:rPr dirty="0" sz="2400" spc="120">
                          <a:latin typeface="Times New Roman"/>
                          <a:cs typeface="Times New Roman"/>
                        </a:rPr>
                        <a:t>del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91465">
                        <a:lnSpc>
                          <a:spcPts val="2645"/>
                        </a:lnSpc>
                      </a:pPr>
                      <a:r>
                        <a:rPr dirty="0" sz="2400" spc="175">
                          <a:latin typeface="Times New Roman"/>
                          <a:cs typeface="Times New Roman"/>
                        </a:rPr>
                        <a:t>proyecto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645"/>
                        </a:lnSpc>
                      </a:pPr>
                      <a:r>
                        <a:rPr dirty="0" sz="2400" spc="160">
                          <a:latin typeface="Times New Roman"/>
                          <a:cs typeface="Times New Roman"/>
                        </a:rPr>
                        <a:t>final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67030">
                <a:tc>
                  <a:txBody>
                    <a:bodyPr/>
                    <a:lstStyle/>
                    <a:p>
                      <a:pPr marL="31750">
                        <a:lnSpc>
                          <a:spcPts val="2790"/>
                        </a:lnSpc>
                      </a:pPr>
                      <a:r>
                        <a:rPr dirty="0" sz="2400" spc="185">
                          <a:latin typeface="Times New Roman"/>
                          <a:cs typeface="Times New Roman"/>
                        </a:rPr>
                        <a:t>desarrollado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7800">
                        <a:lnSpc>
                          <a:spcPts val="2790"/>
                        </a:lnSpc>
                      </a:pPr>
                      <a:r>
                        <a:rPr dirty="0" sz="2400" spc="140">
                          <a:latin typeface="Times New Roman"/>
                          <a:cs typeface="Times New Roman"/>
                        </a:rPr>
                        <a:t>para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ts val="2790"/>
                        </a:lnSpc>
                      </a:pPr>
                      <a:r>
                        <a:rPr dirty="0" sz="2400" spc="185">
                          <a:latin typeface="Times New Roman"/>
                          <a:cs typeface="Times New Roman"/>
                        </a:rPr>
                        <a:t>sistematizar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2790"/>
                        </a:lnSpc>
                      </a:pPr>
                      <a:r>
                        <a:rPr dirty="0" sz="2400" spc="114">
                          <a:latin typeface="Times New Roman"/>
                          <a:cs typeface="Times New Roman"/>
                        </a:rPr>
                        <a:t>las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3" name="object 23"/>
          <p:cNvSpPr txBox="1"/>
          <p:nvPr/>
        </p:nvSpPr>
        <p:spPr>
          <a:xfrm>
            <a:off x="1016000" y="4037663"/>
            <a:ext cx="5722620" cy="1598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7500"/>
              </a:lnSpc>
              <a:spcBef>
                <a:spcPts val="95"/>
              </a:spcBef>
            </a:pPr>
            <a:r>
              <a:rPr dirty="0" sz="2400" spc="175">
                <a:latin typeface="Times New Roman"/>
                <a:cs typeface="Times New Roman"/>
              </a:rPr>
              <a:t>ventas</a:t>
            </a:r>
            <a:r>
              <a:rPr dirty="0" sz="2400" spc="5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y</a:t>
            </a:r>
            <a:r>
              <a:rPr dirty="0" sz="2400" spc="545">
                <a:latin typeface="Times New Roman"/>
                <a:cs typeface="Times New Roman"/>
              </a:rPr>
              <a:t> </a:t>
            </a:r>
            <a:r>
              <a:rPr dirty="0" sz="2400" spc="195">
                <a:latin typeface="Times New Roman"/>
                <a:cs typeface="Times New Roman"/>
              </a:rPr>
              <a:t>centralizar</a:t>
            </a:r>
            <a:r>
              <a:rPr dirty="0" sz="2400" spc="545">
                <a:latin typeface="Times New Roman"/>
                <a:cs typeface="Times New Roman"/>
              </a:rPr>
              <a:t> </a:t>
            </a:r>
            <a:r>
              <a:rPr dirty="0" sz="2400" spc="110">
                <a:latin typeface="Times New Roman"/>
                <a:cs typeface="Times New Roman"/>
              </a:rPr>
              <a:t>la</a:t>
            </a:r>
            <a:r>
              <a:rPr dirty="0" sz="2400" spc="545">
                <a:latin typeface="Times New Roman"/>
                <a:cs typeface="Times New Roman"/>
              </a:rPr>
              <a:t> </a:t>
            </a:r>
            <a:r>
              <a:rPr dirty="0" sz="2400" spc="195">
                <a:latin typeface="Times New Roman"/>
                <a:cs typeface="Times New Roman"/>
              </a:rPr>
              <a:t>información</a:t>
            </a:r>
            <a:r>
              <a:rPr dirty="0" sz="2400" spc="540">
                <a:latin typeface="Times New Roman"/>
                <a:cs typeface="Times New Roman"/>
              </a:rPr>
              <a:t> </a:t>
            </a:r>
            <a:r>
              <a:rPr dirty="0" sz="2400" spc="85">
                <a:latin typeface="Times New Roman"/>
                <a:cs typeface="Times New Roman"/>
              </a:rPr>
              <a:t>de </a:t>
            </a:r>
            <a:r>
              <a:rPr dirty="0" sz="2400" spc="110">
                <a:latin typeface="Times New Roman"/>
                <a:cs typeface="Times New Roman"/>
              </a:rPr>
              <a:t>MC</a:t>
            </a:r>
            <a:r>
              <a:rPr dirty="0" sz="2400" spc="525">
                <a:latin typeface="Times New Roman"/>
                <a:cs typeface="Times New Roman"/>
              </a:rPr>
              <a:t> </a:t>
            </a:r>
            <a:r>
              <a:rPr dirty="0" sz="2400" spc="95">
                <a:latin typeface="Times New Roman"/>
                <a:cs typeface="Times New Roman"/>
              </a:rPr>
              <a:t>Back</a:t>
            </a:r>
            <a:r>
              <a:rPr dirty="0" sz="2400" spc="-150">
                <a:latin typeface="Times New Roman"/>
                <a:cs typeface="Times New Roman"/>
              </a:rPr>
              <a:t> </a:t>
            </a:r>
            <a:r>
              <a:rPr dirty="0" sz="2400" spc="170">
                <a:latin typeface="Times New Roman"/>
                <a:cs typeface="Times New Roman"/>
              </a:rPr>
              <a:t>Pack,</a:t>
            </a:r>
            <a:r>
              <a:rPr dirty="0" sz="2400" spc="75">
                <a:latin typeface="Times New Roman"/>
                <a:cs typeface="Times New Roman"/>
              </a:rPr>
              <a:t>  </a:t>
            </a:r>
            <a:r>
              <a:rPr dirty="0" sz="2400" spc="110">
                <a:latin typeface="Times New Roman"/>
                <a:cs typeface="Times New Roman"/>
              </a:rPr>
              <a:t>un</a:t>
            </a:r>
            <a:r>
              <a:rPr dirty="0" sz="2400" spc="80">
                <a:latin typeface="Times New Roman"/>
                <a:cs typeface="Times New Roman"/>
              </a:rPr>
              <a:t>  </a:t>
            </a:r>
            <a:r>
              <a:rPr dirty="0" sz="2400" spc="200">
                <a:latin typeface="Times New Roman"/>
                <a:cs typeface="Times New Roman"/>
              </a:rPr>
              <a:t>emprendimiento</a:t>
            </a:r>
            <a:r>
              <a:rPr dirty="0" sz="2400" spc="80">
                <a:latin typeface="Times New Roman"/>
                <a:cs typeface="Times New Roman"/>
              </a:rPr>
              <a:t>  </a:t>
            </a:r>
            <a:r>
              <a:rPr dirty="0" sz="2400" spc="85">
                <a:latin typeface="Times New Roman"/>
                <a:cs typeface="Times New Roman"/>
              </a:rPr>
              <a:t>de </a:t>
            </a:r>
            <a:r>
              <a:rPr dirty="0" sz="2400" spc="185">
                <a:latin typeface="Times New Roman"/>
                <a:cs typeface="Times New Roman"/>
              </a:rPr>
              <a:t>mochilas</a:t>
            </a:r>
            <a:r>
              <a:rPr dirty="0" sz="2400" spc="265">
                <a:latin typeface="Times New Roman"/>
                <a:cs typeface="Times New Roman"/>
              </a:rPr>
              <a:t>   </a:t>
            </a:r>
            <a:r>
              <a:rPr dirty="0" sz="2400" spc="110">
                <a:latin typeface="Times New Roman"/>
                <a:cs typeface="Times New Roman"/>
              </a:rPr>
              <a:t>en</a:t>
            </a:r>
            <a:r>
              <a:rPr dirty="0" sz="2400" spc="275">
                <a:latin typeface="Times New Roman"/>
                <a:cs typeface="Times New Roman"/>
              </a:rPr>
              <a:t>   </a:t>
            </a:r>
            <a:r>
              <a:rPr dirty="0" sz="2400" spc="165">
                <a:latin typeface="Times New Roman"/>
                <a:cs typeface="Times New Roman"/>
              </a:rPr>
              <a:t>Lima</a:t>
            </a:r>
            <a:r>
              <a:rPr dirty="0" sz="2400" spc="280">
                <a:latin typeface="Times New Roman"/>
                <a:cs typeface="Times New Roman"/>
              </a:rPr>
              <a:t>   </a:t>
            </a:r>
            <a:r>
              <a:rPr dirty="0" sz="2400" spc="145">
                <a:latin typeface="Times New Roman"/>
                <a:cs typeface="Times New Roman"/>
              </a:rPr>
              <a:t>que</a:t>
            </a:r>
            <a:r>
              <a:rPr dirty="0" sz="2400" spc="280">
                <a:latin typeface="Times New Roman"/>
                <a:cs typeface="Times New Roman"/>
              </a:rPr>
              <a:t>   </a:t>
            </a:r>
            <a:r>
              <a:rPr dirty="0" sz="2400" spc="180">
                <a:latin typeface="Times New Roman"/>
                <a:cs typeface="Times New Roman"/>
              </a:rPr>
              <a:t>necesitaba escalar</a:t>
            </a:r>
            <a:r>
              <a:rPr dirty="0" sz="2400" spc="430">
                <a:latin typeface="Times New Roman"/>
                <a:cs typeface="Times New Roman"/>
              </a:rPr>
              <a:t> </a:t>
            </a:r>
            <a:r>
              <a:rPr dirty="0" sz="2400" spc="145">
                <a:latin typeface="Times New Roman"/>
                <a:cs typeface="Times New Roman"/>
              </a:rPr>
              <a:t>del</a:t>
            </a:r>
            <a:r>
              <a:rPr dirty="0" sz="2400" spc="434">
                <a:latin typeface="Times New Roman"/>
                <a:cs typeface="Times New Roman"/>
              </a:rPr>
              <a:t> </a:t>
            </a:r>
            <a:r>
              <a:rPr dirty="0" sz="2400" spc="170">
                <a:latin typeface="Times New Roman"/>
                <a:cs typeface="Times New Roman"/>
              </a:rPr>
              <a:t>canal</a:t>
            </a:r>
            <a:r>
              <a:rPr dirty="0" sz="2400" spc="434">
                <a:latin typeface="Times New Roman"/>
                <a:cs typeface="Times New Roman"/>
              </a:rPr>
              <a:t> </a:t>
            </a:r>
            <a:r>
              <a:rPr dirty="0" sz="2400" spc="175">
                <a:latin typeface="Times New Roman"/>
                <a:cs typeface="Times New Roman"/>
              </a:rPr>
              <a:t>físico</a:t>
            </a:r>
            <a:r>
              <a:rPr dirty="0" sz="2400" spc="434">
                <a:latin typeface="Times New Roman"/>
                <a:cs typeface="Times New Roman"/>
              </a:rPr>
              <a:t> </a:t>
            </a:r>
            <a:r>
              <a:rPr dirty="0" sz="2400" spc="110">
                <a:latin typeface="Times New Roman"/>
                <a:cs typeface="Times New Roman"/>
              </a:rPr>
              <a:t>al</a:t>
            </a:r>
            <a:r>
              <a:rPr dirty="0" sz="2400" spc="434">
                <a:latin typeface="Times New Roman"/>
                <a:cs typeface="Times New Roman"/>
              </a:rPr>
              <a:t> </a:t>
            </a:r>
            <a:r>
              <a:rPr dirty="0" sz="2400" spc="175">
                <a:latin typeface="Times New Roman"/>
                <a:cs typeface="Times New Roman"/>
              </a:rPr>
              <a:t>digital.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73366" y="6686397"/>
            <a:ext cx="1834514" cy="1250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000" spc="855">
                <a:latin typeface="Arial MT"/>
                <a:cs typeface="Arial MT"/>
              </a:rPr>
              <a:t>MC</a:t>
            </a:r>
            <a:endParaRPr sz="8000">
              <a:latin typeface="Arial MT"/>
              <a:cs typeface="Arial MT"/>
            </a:endParaRPr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1177893" y="1006001"/>
            <a:ext cx="4643755" cy="2011045"/>
          </a:xfrm>
          <a:prstGeom prst="rect"/>
        </p:spPr>
        <p:txBody>
          <a:bodyPr wrap="square" lIns="0" tIns="77470" rIns="0" bIns="0" rtlCol="0" vert="horz">
            <a:spAutoFit/>
          </a:bodyPr>
          <a:lstStyle/>
          <a:p>
            <a:pPr marL="593725" marR="5080" indent="-581660">
              <a:lnSpc>
                <a:spcPct val="135700"/>
              </a:lnSpc>
              <a:spcBef>
                <a:spcPts val="610"/>
              </a:spcBef>
            </a:pPr>
            <a:r>
              <a:rPr dirty="0" u="none" baseline="-5555" sz="5250" spc="-1125"/>
              <a:t>1</a:t>
            </a:r>
            <a:r>
              <a:rPr dirty="0" u="none" baseline="-5555" sz="5250" spc="-405"/>
              <a:t> </a:t>
            </a:r>
            <a:r>
              <a:rPr dirty="0" u="none" baseline="-5555" sz="5250" spc="195"/>
              <a:t>.</a:t>
            </a:r>
            <a:r>
              <a:rPr dirty="0" u="none" baseline="-5555" sz="5250" spc="397"/>
              <a:t> </a:t>
            </a:r>
            <a:r>
              <a:rPr dirty="0" sz="2600" spc="350"/>
              <a:t> </a:t>
            </a:r>
            <a:r>
              <a:rPr dirty="0" sz="2600"/>
              <a:t>A</a:t>
            </a:r>
            <a:r>
              <a:rPr dirty="0" u="none" sz="2600" spc="-200"/>
              <a:t> </a:t>
            </a:r>
            <a:r>
              <a:rPr dirty="0" u="none" sz="2600" spc="-640"/>
              <a:t>p</a:t>
            </a:r>
            <a:r>
              <a:rPr dirty="0" sz="2600" spc="385"/>
              <a:t> </a:t>
            </a:r>
            <a:r>
              <a:rPr dirty="0" sz="2600"/>
              <a:t>l</a:t>
            </a:r>
            <a:r>
              <a:rPr dirty="0" sz="2600" spc="-200"/>
              <a:t> </a:t>
            </a:r>
            <a:r>
              <a:rPr dirty="0" sz="2600"/>
              <a:t>i</a:t>
            </a:r>
            <a:r>
              <a:rPr dirty="0" sz="2600" spc="-204"/>
              <a:t> </a:t>
            </a:r>
            <a:r>
              <a:rPr dirty="0" sz="2600" spc="60"/>
              <a:t>c</a:t>
            </a:r>
            <a:r>
              <a:rPr dirty="0" sz="2600" spc="-200"/>
              <a:t> </a:t>
            </a:r>
            <a:r>
              <a:rPr dirty="0" sz="2600" spc="-50"/>
              <a:t>a</a:t>
            </a:r>
            <a:r>
              <a:rPr dirty="0" sz="2600" spc="-200"/>
              <a:t> </a:t>
            </a:r>
            <a:r>
              <a:rPr dirty="0" sz="2600" spc="60"/>
              <a:t>c</a:t>
            </a:r>
            <a:r>
              <a:rPr dirty="0" sz="2600" spc="-200"/>
              <a:t> </a:t>
            </a:r>
            <a:r>
              <a:rPr dirty="0" sz="2600"/>
              <a:t>i</a:t>
            </a:r>
            <a:r>
              <a:rPr dirty="0" sz="2600" spc="-200"/>
              <a:t> </a:t>
            </a:r>
            <a:r>
              <a:rPr dirty="0" sz="2600"/>
              <a:t>ó</a:t>
            </a:r>
            <a:r>
              <a:rPr dirty="0" sz="2600" spc="-204"/>
              <a:t> </a:t>
            </a:r>
            <a:r>
              <a:rPr dirty="0" sz="2600"/>
              <a:t>n</a:t>
            </a:r>
            <a:r>
              <a:rPr dirty="0" sz="2600" spc="110"/>
              <a:t>  </a:t>
            </a:r>
            <a:r>
              <a:rPr dirty="0" sz="2600"/>
              <a:t>W</a:t>
            </a:r>
            <a:r>
              <a:rPr dirty="0" sz="2600" spc="-200"/>
              <a:t> </a:t>
            </a:r>
            <a:r>
              <a:rPr dirty="0" sz="2600" spc="-75"/>
              <a:t>e</a:t>
            </a:r>
            <a:r>
              <a:rPr dirty="0" sz="2600" spc="-200"/>
              <a:t> </a:t>
            </a:r>
            <a:r>
              <a:rPr dirty="0" sz="2600"/>
              <a:t>b</a:t>
            </a:r>
            <a:r>
              <a:rPr dirty="0" sz="2600" spc="70"/>
              <a:t>  </a:t>
            </a:r>
            <a:r>
              <a:rPr dirty="0" sz="2600" spc="-640"/>
              <a:t>p</a:t>
            </a:r>
            <a:r>
              <a:rPr dirty="0" sz="2600" spc="390"/>
              <a:t> </a:t>
            </a:r>
            <a:r>
              <a:rPr dirty="0" sz="2600" spc="-50"/>
              <a:t>a</a:t>
            </a:r>
            <a:r>
              <a:rPr dirty="0" sz="2600" spc="-200"/>
              <a:t> </a:t>
            </a:r>
            <a:r>
              <a:rPr dirty="0" sz="2600"/>
              <a:t>r</a:t>
            </a:r>
            <a:r>
              <a:rPr dirty="0" sz="2600" spc="-200"/>
              <a:t> </a:t>
            </a:r>
            <a:r>
              <a:rPr dirty="0" sz="2600" spc="-50"/>
              <a:t>a</a:t>
            </a:r>
            <a:r>
              <a:rPr dirty="0" u="none" sz="2600" spc="-50"/>
              <a:t> </a:t>
            </a:r>
            <a:r>
              <a:rPr dirty="0" sz="2600" spc="150"/>
              <a:t>E</a:t>
            </a:r>
            <a:r>
              <a:rPr dirty="0" sz="2600" spc="-200"/>
              <a:t> </a:t>
            </a:r>
            <a:r>
              <a:rPr dirty="0" sz="2600"/>
              <a:t>m</a:t>
            </a:r>
            <a:r>
              <a:rPr dirty="0" u="none" sz="2600" spc="-200"/>
              <a:t> </a:t>
            </a:r>
            <a:r>
              <a:rPr dirty="0" u="none" sz="2600" spc="-640"/>
              <a:t>p</a:t>
            </a:r>
            <a:r>
              <a:rPr dirty="0" sz="2600" spc="395"/>
              <a:t> </a:t>
            </a:r>
            <a:r>
              <a:rPr dirty="0" sz="2600"/>
              <a:t>r</a:t>
            </a:r>
            <a:r>
              <a:rPr dirty="0" sz="2600" spc="-200"/>
              <a:t> </a:t>
            </a:r>
            <a:r>
              <a:rPr dirty="0" sz="2600" spc="-75"/>
              <a:t>e</a:t>
            </a:r>
            <a:r>
              <a:rPr dirty="0" sz="2600" spc="-200"/>
              <a:t> </a:t>
            </a:r>
            <a:r>
              <a:rPr dirty="0" sz="2600"/>
              <a:t>n</a:t>
            </a:r>
            <a:r>
              <a:rPr dirty="0" sz="2600" spc="-195"/>
              <a:t> </a:t>
            </a:r>
            <a:r>
              <a:rPr dirty="0" sz="2600"/>
              <a:t>d</a:t>
            </a:r>
            <a:r>
              <a:rPr dirty="0" sz="2600" spc="-200"/>
              <a:t> </a:t>
            </a:r>
            <a:r>
              <a:rPr dirty="0" sz="2600" spc="-75"/>
              <a:t>e</a:t>
            </a:r>
            <a:r>
              <a:rPr dirty="0" sz="2600" spc="-200"/>
              <a:t> </a:t>
            </a:r>
            <a:r>
              <a:rPr dirty="0" sz="2600"/>
              <a:t>d</a:t>
            </a:r>
            <a:r>
              <a:rPr dirty="0" sz="2600" spc="-195"/>
              <a:t> </a:t>
            </a:r>
            <a:r>
              <a:rPr dirty="0" sz="2600"/>
              <a:t>o</a:t>
            </a:r>
            <a:r>
              <a:rPr dirty="0" sz="2600" spc="-200"/>
              <a:t> </a:t>
            </a:r>
            <a:r>
              <a:rPr dirty="0" sz="2600"/>
              <a:t>r</a:t>
            </a:r>
            <a:r>
              <a:rPr dirty="0" sz="2600" spc="-200"/>
              <a:t> </a:t>
            </a:r>
            <a:r>
              <a:rPr dirty="0" sz="2600" spc="-75"/>
              <a:t>e</a:t>
            </a:r>
            <a:r>
              <a:rPr dirty="0" sz="2600" spc="-195"/>
              <a:t> </a:t>
            </a:r>
            <a:r>
              <a:rPr dirty="0" sz="2600"/>
              <a:t>s</a:t>
            </a:r>
            <a:r>
              <a:rPr dirty="0" sz="2600" spc="114"/>
              <a:t>  </a:t>
            </a:r>
            <a:r>
              <a:rPr dirty="0" u="none" sz="2600" spc="-70"/>
              <a:t>(</a:t>
            </a:r>
            <a:r>
              <a:rPr dirty="0" sz="2600" spc="-400"/>
              <a:t> </a:t>
            </a:r>
            <a:r>
              <a:rPr dirty="0" sz="2600" spc="220"/>
              <a:t>M</a:t>
            </a:r>
            <a:r>
              <a:rPr dirty="0" sz="2600" spc="-195"/>
              <a:t> </a:t>
            </a:r>
            <a:r>
              <a:rPr dirty="0" sz="2600" spc="290"/>
              <a:t>C</a:t>
            </a:r>
            <a:endParaRPr sz="2600"/>
          </a:p>
          <a:p>
            <a:pPr marL="1574800">
              <a:lnSpc>
                <a:spcPct val="100000"/>
              </a:lnSpc>
              <a:spcBef>
                <a:spcPts val="1680"/>
              </a:spcBef>
            </a:pPr>
            <a:r>
              <a:rPr dirty="0" sz="2600" spc="65"/>
              <a:t>B</a:t>
            </a:r>
            <a:r>
              <a:rPr dirty="0" sz="2600" spc="-200"/>
              <a:t> </a:t>
            </a:r>
            <a:r>
              <a:rPr dirty="0" sz="2600" spc="-50"/>
              <a:t>a</a:t>
            </a:r>
            <a:r>
              <a:rPr dirty="0" sz="2600" spc="-200"/>
              <a:t> </a:t>
            </a:r>
            <a:r>
              <a:rPr dirty="0" sz="2600" spc="60"/>
              <a:t>c</a:t>
            </a:r>
            <a:r>
              <a:rPr dirty="0" sz="2600" spc="-200"/>
              <a:t> </a:t>
            </a:r>
            <a:r>
              <a:rPr dirty="0" sz="2600" spc="-25"/>
              <a:t>k</a:t>
            </a:r>
            <a:r>
              <a:rPr dirty="0" sz="2600" spc="-200"/>
              <a:t> </a:t>
            </a:r>
            <a:r>
              <a:rPr dirty="0" sz="2600" spc="60"/>
              <a:t>P</a:t>
            </a:r>
            <a:r>
              <a:rPr dirty="0" sz="2600" spc="-200"/>
              <a:t> </a:t>
            </a:r>
            <a:r>
              <a:rPr dirty="0" sz="2600" spc="-50"/>
              <a:t>a</a:t>
            </a:r>
            <a:r>
              <a:rPr dirty="0" sz="2600" spc="-200"/>
              <a:t> </a:t>
            </a:r>
            <a:r>
              <a:rPr dirty="0" sz="2600" spc="60"/>
              <a:t>c</a:t>
            </a:r>
            <a:r>
              <a:rPr dirty="0" sz="2600" spc="-200"/>
              <a:t> </a:t>
            </a:r>
            <a:r>
              <a:rPr dirty="0" sz="2600" spc="-25"/>
              <a:t>k</a:t>
            </a:r>
            <a:r>
              <a:rPr dirty="0" u="none" sz="2600" spc="-195"/>
              <a:t> </a:t>
            </a:r>
            <a:r>
              <a:rPr dirty="0" u="none" sz="2600" spc="-459"/>
              <a:t>)</a:t>
            </a:r>
            <a:r>
              <a:rPr dirty="0" sz="2600" spc="650" b="0">
                <a:latin typeface="Times New Roman"/>
                <a:cs typeface="Times New Roman"/>
              </a:rPr>
              <a:t> 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7087" y="5482930"/>
            <a:ext cx="5586730" cy="793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95"/>
              </a:spcBef>
              <a:tabLst>
                <a:tab pos="771525" algn="l"/>
                <a:tab pos="793750" algn="l"/>
                <a:tab pos="2421255" algn="l"/>
                <a:tab pos="3844290" algn="l"/>
              </a:tabLst>
            </a:pPr>
            <a:r>
              <a:rPr dirty="0" sz="2350" spc="80">
                <a:latin typeface="Times New Roman"/>
                <a:cs typeface="Times New Roman"/>
              </a:rPr>
              <a:t>MC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spc="155">
                <a:latin typeface="Times New Roman"/>
                <a:cs typeface="Times New Roman"/>
              </a:rPr>
              <a:t>Back</a:t>
            </a:r>
            <a:r>
              <a:rPr dirty="0" sz="2350" spc="-370">
                <a:latin typeface="Times New Roman"/>
                <a:cs typeface="Times New Roman"/>
              </a:rPr>
              <a:t> </a:t>
            </a:r>
            <a:r>
              <a:rPr dirty="0" sz="2350" spc="135">
                <a:latin typeface="Times New Roman"/>
                <a:cs typeface="Times New Roman"/>
              </a:rPr>
              <a:t>Pack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spc="165">
                <a:latin typeface="Times New Roman"/>
                <a:cs typeface="Times New Roman"/>
              </a:rPr>
              <a:t>depende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spc="175">
                <a:latin typeface="Times New Roman"/>
                <a:cs typeface="Times New Roman"/>
              </a:rPr>
              <a:t>enteramente </a:t>
            </a:r>
            <a:r>
              <a:rPr dirty="0" sz="2350" spc="80">
                <a:latin typeface="Times New Roman"/>
                <a:cs typeface="Times New Roman"/>
              </a:rPr>
              <a:t>de</a:t>
            </a:r>
            <a:r>
              <a:rPr dirty="0" sz="2350">
                <a:latin typeface="Times New Roman"/>
                <a:cs typeface="Times New Roman"/>
              </a:rPr>
              <a:t>		</a:t>
            </a:r>
            <a:r>
              <a:rPr dirty="0" sz="2350" spc="180">
                <a:latin typeface="Times New Roman"/>
                <a:cs typeface="Times New Roman"/>
              </a:rPr>
              <a:t>transacciones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7087" y="6273085"/>
            <a:ext cx="2183130" cy="3867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350" spc="180">
                <a:latin typeface="Times New Roman"/>
                <a:cs typeface="Times New Roman"/>
              </a:rPr>
              <a:t>coordinaciones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1268" y="5866676"/>
            <a:ext cx="2612390" cy="793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09550">
              <a:lnSpc>
                <a:spcPct val="107100"/>
              </a:lnSpc>
              <a:spcBef>
                <a:spcPts val="95"/>
              </a:spcBef>
              <a:tabLst>
                <a:tab pos="2146300" algn="l"/>
                <a:tab pos="2448560" algn="l"/>
              </a:tabLst>
            </a:pPr>
            <a:r>
              <a:rPr dirty="0" sz="2350" spc="180">
                <a:latin typeface="Times New Roman"/>
                <a:cs typeface="Times New Roman"/>
              </a:rPr>
              <a:t>presenciales</a:t>
            </a:r>
            <a:r>
              <a:rPr dirty="0" sz="2350">
                <a:latin typeface="Times New Roman"/>
                <a:cs typeface="Times New Roman"/>
              </a:rPr>
              <a:t>		</a:t>
            </a:r>
            <a:r>
              <a:rPr dirty="0" sz="2350" spc="-50">
                <a:latin typeface="Times New Roman"/>
                <a:cs typeface="Times New Roman"/>
              </a:rPr>
              <a:t>y </a:t>
            </a:r>
            <a:r>
              <a:rPr dirty="0" sz="2350" spc="170">
                <a:latin typeface="Times New Roman"/>
                <a:cs typeface="Times New Roman"/>
              </a:rPr>
              <a:t>manuales</a:t>
            </a:r>
            <a:r>
              <a:rPr dirty="0" sz="2350">
                <a:latin typeface="Times New Roman"/>
                <a:cs typeface="Times New Roman"/>
              </a:rPr>
              <a:t>	</a:t>
            </a:r>
            <a:r>
              <a:rPr dirty="0" sz="2350" spc="105">
                <a:latin typeface="Times New Roman"/>
                <a:cs typeface="Times New Roman"/>
              </a:rPr>
              <a:t>por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7087" y="6634167"/>
            <a:ext cx="5586730" cy="1944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7100"/>
              </a:lnSpc>
              <a:spcBef>
                <a:spcPts val="95"/>
              </a:spcBef>
            </a:pPr>
            <a:r>
              <a:rPr dirty="0" sz="2350" spc="185">
                <a:latin typeface="Times New Roman"/>
                <a:cs typeface="Times New Roman"/>
              </a:rPr>
              <a:t>mensajería.</a:t>
            </a:r>
            <a:r>
              <a:rPr dirty="0" sz="2350" spc="320">
                <a:latin typeface="Times New Roman"/>
                <a:cs typeface="Times New Roman"/>
              </a:rPr>
              <a:t>  </a:t>
            </a:r>
            <a:r>
              <a:rPr dirty="0" sz="2350" spc="150">
                <a:latin typeface="Times New Roman"/>
                <a:cs typeface="Times New Roman"/>
              </a:rPr>
              <a:t>Esto</a:t>
            </a:r>
            <a:r>
              <a:rPr dirty="0" sz="2350" spc="325">
                <a:latin typeface="Times New Roman"/>
                <a:cs typeface="Times New Roman"/>
              </a:rPr>
              <a:t>  </a:t>
            </a:r>
            <a:r>
              <a:rPr dirty="0" sz="2350" spc="170">
                <a:latin typeface="Times New Roman"/>
                <a:cs typeface="Times New Roman"/>
              </a:rPr>
              <a:t>genera</a:t>
            </a:r>
            <a:r>
              <a:rPr dirty="0" sz="2350" spc="330">
                <a:latin typeface="Times New Roman"/>
                <a:cs typeface="Times New Roman"/>
              </a:rPr>
              <a:t>  </a:t>
            </a:r>
            <a:r>
              <a:rPr dirty="0" sz="2350" spc="175">
                <a:latin typeface="Times New Roman"/>
                <a:cs typeface="Times New Roman"/>
              </a:rPr>
              <a:t>ineficiencia </a:t>
            </a:r>
            <a:r>
              <a:rPr dirty="0" sz="2350" spc="105">
                <a:latin typeface="Times New Roman"/>
                <a:cs typeface="Times New Roman"/>
              </a:rPr>
              <a:t>en</a:t>
            </a:r>
            <a:r>
              <a:rPr dirty="0" sz="2350" spc="40">
                <a:latin typeface="Times New Roman"/>
                <a:cs typeface="Times New Roman"/>
              </a:rPr>
              <a:t>  </a:t>
            </a:r>
            <a:r>
              <a:rPr dirty="0" sz="2350" spc="135">
                <a:latin typeface="Times New Roman"/>
                <a:cs typeface="Times New Roman"/>
              </a:rPr>
              <a:t>los</a:t>
            </a:r>
            <a:r>
              <a:rPr dirty="0" sz="2350" spc="40">
                <a:latin typeface="Times New Roman"/>
                <a:cs typeface="Times New Roman"/>
              </a:rPr>
              <a:t>  </a:t>
            </a:r>
            <a:r>
              <a:rPr dirty="0" sz="2350" spc="175">
                <a:latin typeface="Times New Roman"/>
                <a:cs typeface="Times New Roman"/>
              </a:rPr>
              <a:t>pedidos,</a:t>
            </a:r>
            <a:r>
              <a:rPr dirty="0" sz="2350" spc="45">
                <a:latin typeface="Times New Roman"/>
                <a:cs typeface="Times New Roman"/>
              </a:rPr>
              <a:t>  </a:t>
            </a:r>
            <a:r>
              <a:rPr dirty="0" sz="2350" spc="180">
                <a:latin typeface="Times New Roman"/>
                <a:cs typeface="Times New Roman"/>
              </a:rPr>
              <a:t>dificultad</a:t>
            </a:r>
            <a:r>
              <a:rPr dirty="0" sz="2350" spc="40">
                <a:latin typeface="Times New Roman"/>
                <a:cs typeface="Times New Roman"/>
              </a:rPr>
              <a:t>  </a:t>
            </a:r>
            <a:r>
              <a:rPr dirty="0" sz="2350" spc="155">
                <a:latin typeface="Times New Roman"/>
                <a:cs typeface="Times New Roman"/>
              </a:rPr>
              <a:t>para</a:t>
            </a:r>
            <a:r>
              <a:rPr dirty="0" sz="2350" spc="45">
                <a:latin typeface="Times New Roman"/>
                <a:cs typeface="Times New Roman"/>
              </a:rPr>
              <a:t>  </a:t>
            </a:r>
            <a:r>
              <a:rPr dirty="0" sz="2350" spc="160">
                <a:latin typeface="Times New Roman"/>
                <a:cs typeface="Times New Roman"/>
              </a:rPr>
              <a:t>ubicar </a:t>
            </a:r>
            <a:r>
              <a:rPr dirty="0" sz="2350" spc="135">
                <a:latin typeface="Times New Roman"/>
                <a:cs typeface="Times New Roman"/>
              </a:rPr>
              <a:t>sus</a:t>
            </a:r>
            <a:r>
              <a:rPr dirty="0" sz="2350" spc="475">
                <a:latin typeface="Times New Roman"/>
                <a:cs typeface="Times New Roman"/>
              </a:rPr>
              <a:t> </a:t>
            </a:r>
            <a:r>
              <a:rPr dirty="0" sz="2350" spc="170">
                <a:latin typeface="Times New Roman"/>
                <a:cs typeface="Times New Roman"/>
              </a:rPr>
              <a:t>ferias</a:t>
            </a:r>
            <a:r>
              <a:rPr dirty="0" sz="2350" spc="480">
                <a:latin typeface="Times New Roman"/>
                <a:cs typeface="Times New Roman"/>
              </a:rPr>
              <a:t> </a:t>
            </a:r>
            <a:r>
              <a:rPr dirty="0" sz="2350" spc="185">
                <a:latin typeface="Times New Roman"/>
                <a:cs typeface="Times New Roman"/>
              </a:rPr>
              <a:t>itinerantes</a:t>
            </a:r>
            <a:r>
              <a:rPr dirty="0" sz="2350" spc="484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y</a:t>
            </a:r>
            <a:r>
              <a:rPr dirty="0" sz="2350" spc="480">
                <a:latin typeface="Times New Roman"/>
                <a:cs typeface="Times New Roman"/>
              </a:rPr>
              <a:t> </a:t>
            </a:r>
            <a:r>
              <a:rPr dirty="0" sz="2350" spc="180">
                <a:latin typeface="Times New Roman"/>
                <a:cs typeface="Times New Roman"/>
              </a:rPr>
              <a:t>ausencia</a:t>
            </a:r>
            <a:r>
              <a:rPr dirty="0" sz="2350" spc="484">
                <a:latin typeface="Times New Roman"/>
                <a:cs typeface="Times New Roman"/>
              </a:rPr>
              <a:t> </a:t>
            </a:r>
            <a:r>
              <a:rPr dirty="0" sz="2350" spc="105">
                <a:latin typeface="Times New Roman"/>
                <a:cs typeface="Times New Roman"/>
              </a:rPr>
              <a:t>de</a:t>
            </a:r>
            <a:r>
              <a:rPr dirty="0" sz="2350" spc="484">
                <a:latin typeface="Times New Roman"/>
                <a:cs typeface="Times New Roman"/>
              </a:rPr>
              <a:t> </a:t>
            </a:r>
            <a:r>
              <a:rPr dirty="0" sz="2350" spc="75">
                <a:latin typeface="Times New Roman"/>
                <a:cs typeface="Times New Roman"/>
              </a:rPr>
              <a:t>un </a:t>
            </a:r>
            <a:r>
              <a:rPr dirty="0" sz="2350" spc="175">
                <a:latin typeface="Times New Roman"/>
                <a:cs typeface="Times New Roman"/>
              </a:rPr>
              <a:t>registro</a:t>
            </a:r>
            <a:r>
              <a:rPr dirty="0" sz="2350" spc="65">
                <a:latin typeface="Times New Roman"/>
                <a:cs typeface="Times New Roman"/>
              </a:rPr>
              <a:t>  </a:t>
            </a:r>
            <a:r>
              <a:rPr dirty="0" sz="2350" spc="165">
                <a:latin typeface="Times New Roman"/>
                <a:cs typeface="Times New Roman"/>
              </a:rPr>
              <a:t>seguro</a:t>
            </a:r>
            <a:r>
              <a:rPr dirty="0" sz="2350" spc="70">
                <a:latin typeface="Times New Roman"/>
                <a:cs typeface="Times New Roman"/>
              </a:rPr>
              <a:t>  </a:t>
            </a:r>
            <a:r>
              <a:rPr dirty="0" sz="2350" spc="105">
                <a:latin typeface="Times New Roman"/>
                <a:cs typeface="Times New Roman"/>
              </a:rPr>
              <a:t>de</a:t>
            </a:r>
            <a:r>
              <a:rPr dirty="0" sz="2350" spc="70">
                <a:latin typeface="Times New Roman"/>
                <a:cs typeface="Times New Roman"/>
              </a:rPr>
              <a:t>  </a:t>
            </a:r>
            <a:r>
              <a:rPr dirty="0" sz="2350" spc="180">
                <a:latin typeface="Times New Roman"/>
                <a:cs typeface="Times New Roman"/>
              </a:rPr>
              <a:t>clientes,</a:t>
            </a:r>
            <a:r>
              <a:rPr dirty="0" sz="2350" spc="70">
                <a:latin typeface="Times New Roman"/>
                <a:cs typeface="Times New Roman"/>
              </a:rPr>
              <a:t>  </a:t>
            </a:r>
            <a:r>
              <a:rPr dirty="0" sz="2350" spc="170">
                <a:latin typeface="Times New Roman"/>
                <a:cs typeface="Times New Roman"/>
              </a:rPr>
              <a:t>limitando </a:t>
            </a:r>
            <a:r>
              <a:rPr dirty="0" sz="2350" spc="100">
                <a:latin typeface="Times New Roman"/>
                <a:cs typeface="Times New Roman"/>
              </a:rPr>
              <a:t>su</a:t>
            </a:r>
            <a:r>
              <a:rPr dirty="0" sz="2350" spc="405">
                <a:latin typeface="Times New Roman"/>
                <a:cs typeface="Times New Roman"/>
              </a:rPr>
              <a:t> </a:t>
            </a:r>
            <a:r>
              <a:rPr dirty="0" sz="2350" spc="175">
                <a:latin typeface="Times New Roman"/>
                <a:cs typeface="Times New Roman"/>
              </a:rPr>
              <a:t>crecimiento.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7087" y="2198545"/>
            <a:ext cx="5590540" cy="1968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6300"/>
              </a:lnSpc>
              <a:spcBef>
                <a:spcPts val="95"/>
              </a:spcBef>
            </a:pPr>
            <a:r>
              <a:rPr dirty="0" sz="2000">
                <a:latin typeface="Times New Roman"/>
                <a:cs typeface="Times New Roman"/>
              </a:rPr>
              <a:t>¿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75">
                <a:latin typeface="Times New Roman"/>
                <a:cs typeface="Times New Roman"/>
              </a:rPr>
              <a:t>De</a:t>
            </a:r>
            <a:r>
              <a:rPr dirty="0" sz="2000" spc="10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qu</a:t>
            </a:r>
            <a:r>
              <a:rPr dirty="0" sz="2000">
                <a:latin typeface="Times New Roman"/>
                <a:cs typeface="Times New Roman"/>
              </a:rPr>
              <a:t>é</a:t>
            </a:r>
            <a:r>
              <a:rPr dirty="0" sz="2000" spc="10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maner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040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la</a:t>
            </a:r>
            <a:r>
              <a:rPr dirty="0" sz="2000" spc="104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dependencia</a:t>
            </a:r>
            <a:r>
              <a:rPr dirty="0" sz="2000" spc="1040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del</a:t>
            </a:r>
            <a:r>
              <a:rPr dirty="0" sz="2000" spc="1040">
                <a:latin typeface="Times New Roman"/>
                <a:cs typeface="Times New Roman"/>
              </a:rPr>
              <a:t> </a:t>
            </a:r>
            <a:r>
              <a:rPr dirty="0" sz="2000" spc="135">
                <a:latin typeface="Times New Roman"/>
                <a:cs typeface="Times New Roman"/>
              </a:rPr>
              <a:t>canal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físico</a:t>
            </a:r>
            <a:r>
              <a:rPr dirty="0" sz="2000" spc="635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presencial</a:t>
            </a:r>
            <a:r>
              <a:rPr dirty="0" sz="2000" spc="6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635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la</a:t>
            </a:r>
            <a:r>
              <a:rPr dirty="0" sz="2000" spc="635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gestión</a:t>
            </a:r>
            <a:r>
              <a:rPr dirty="0" sz="2000" spc="635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manual</a:t>
            </a:r>
            <a:r>
              <a:rPr dirty="0" sz="2000" spc="63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635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los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pedidos</a:t>
            </a:r>
            <a:r>
              <a:rPr dirty="0" sz="2000" spc="3200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limitan</a:t>
            </a:r>
            <a:r>
              <a:rPr dirty="0" sz="2000" spc="3200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el</a:t>
            </a:r>
            <a:r>
              <a:rPr dirty="0" sz="2000" spc="320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crecimiento,</a:t>
            </a:r>
            <a:r>
              <a:rPr dirty="0" sz="2000" spc="3200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la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automatización</a:t>
            </a:r>
            <a:r>
              <a:rPr dirty="0" sz="2000" spc="745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comercial</a:t>
            </a:r>
            <a:r>
              <a:rPr dirty="0" sz="2000" spc="7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745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la</a:t>
            </a:r>
            <a:r>
              <a:rPr dirty="0" sz="2000" spc="745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escalabilidad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1860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las</a:t>
            </a:r>
            <a:r>
              <a:rPr dirty="0" sz="2000" spc="1860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ventas</a:t>
            </a:r>
            <a:r>
              <a:rPr dirty="0" sz="2000" spc="1860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del</a:t>
            </a:r>
            <a:r>
              <a:rPr dirty="0" sz="2000" spc="186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emprendimiento</a:t>
            </a:r>
            <a:r>
              <a:rPr dirty="0" sz="2000" spc="1860">
                <a:latin typeface="Times New Roman"/>
                <a:cs typeface="Times New Roman"/>
              </a:rPr>
              <a:t> </a:t>
            </a:r>
            <a:r>
              <a:rPr dirty="0" sz="2000" spc="75">
                <a:latin typeface="Times New Roman"/>
                <a:cs typeface="Times New Roman"/>
              </a:rPr>
              <a:t>MC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120">
                <a:latin typeface="Times New Roman"/>
                <a:cs typeface="Times New Roman"/>
              </a:rPr>
              <a:t>Back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30">
                <a:latin typeface="Times New Roman"/>
                <a:cs typeface="Times New Roman"/>
              </a:rPr>
              <a:t>Pack?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044570" y="2011203"/>
            <a:ext cx="3748404" cy="7415530"/>
            <a:chOff x="8044570" y="2011203"/>
            <a:chExt cx="3748404" cy="7415530"/>
          </a:xfrm>
        </p:grpSpPr>
        <p:sp>
          <p:nvSpPr>
            <p:cNvPr id="8" name="object 8"/>
            <p:cNvSpPr/>
            <p:nvPr/>
          </p:nvSpPr>
          <p:spPr>
            <a:xfrm>
              <a:off x="8120881" y="2047542"/>
              <a:ext cx="3596004" cy="7342505"/>
            </a:xfrm>
            <a:custGeom>
              <a:avLst/>
              <a:gdLst/>
              <a:ahLst/>
              <a:cxnLst/>
              <a:rect l="l" t="t" r="r" b="b"/>
              <a:pathLst>
                <a:path w="3596004" h="7342505">
                  <a:moveTo>
                    <a:pt x="3088788" y="7342231"/>
                  </a:moveTo>
                  <a:lnTo>
                    <a:pt x="506925" y="7342231"/>
                  </a:lnTo>
                  <a:lnTo>
                    <a:pt x="458129" y="7339909"/>
                  </a:lnTo>
                  <a:lnTo>
                    <a:pt x="410641" y="7333085"/>
                  </a:lnTo>
                  <a:lnTo>
                    <a:pt x="364672" y="7321971"/>
                  </a:lnTo>
                  <a:lnTo>
                    <a:pt x="320437" y="7306782"/>
                  </a:lnTo>
                  <a:lnTo>
                    <a:pt x="278147" y="7287729"/>
                  </a:lnTo>
                  <a:lnTo>
                    <a:pt x="238017" y="7265026"/>
                  </a:lnTo>
                  <a:lnTo>
                    <a:pt x="200258" y="7238886"/>
                  </a:lnTo>
                  <a:lnTo>
                    <a:pt x="165085" y="7209521"/>
                  </a:lnTo>
                  <a:lnTo>
                    <a:pt x="132709" y="7177146"/>
                  </a:lnTo>
                  <a:lnTo>
                    <a:pt x="103345" y="7141973"/>
                  </a:lnTo>
                  <a:lnTo>
                    <a:pt x="77205" y="7104214"/>
                  </a:lnTo>
                  <a:lnTo>
                    <a:pt x="54502" y="7064084"/>
                  </a:lnTo>
                  <a:lnTo>
                    <a:pt x="35449" y="7021794"/>
                  </a:lnTo>
                  <a:lnTo>
                    <a:pt x="20259" y="6977559"/>
                  </a:lnTo>
                  <a:lnTo>
                    <a:pt x="9146" y="6931590"/>
                  </a:lnTo>
                  <a:lnTo>
                    <a:pt x="2322" y="6884102"/>
                  </a:lnTo>
                  <a:lnTo>
                    <a:pt x="0" y="6835306"/>
                  </a:lnTo>
                  <a:lnTo>
                    <a:pt x="0" y="506924"/>
                  </a:lnTo>
                  <a:lnTo>
                    <a:pt x="2322" y="458129"/>
                  </a:lnTo>
                  <a:lnTo>
                    <a:pt x="9146" y="410640"/>
                  </a:lnTo>
                  <a:lnTo>
                    <a:pt x="20259" y="364672"/>
                  </a:lnTo>
                  <a:lnTo>
                    <a:pt x="35449" y="320436"/>
                  </a:lnTo>
                  <a:lnTo>
                    <a:pt x="54502" y="278147"/>
                  </a:lnTo>
                  <a:lnTo>
                    <a:pt x="77205" y="238016"/>
                  </a:lnTo>
                  <a:lnTo>
                    <a:pt x="103345" y="200258"/>
                  </a:lnTo>
                  <a:lnTo>
                    <a:pt x="132709" y="165085"/>
                  </a:lnTo>
                  <a:lnTo>
                    <a:pt x="165085" y="132709"/>
                  </a:lnTo>
                  <a:lnTo>
                    <a:pt x="200258" y="103345"/>
                  </a:lnTo>
                  <a:lnTo>
                    <a:pt x="238017" y="77205"/>
                  </a:lnTo>
                  <a:lnTo>
                    <a:pt x="278147" y="54502"/>
                  </a:lnTo>
                  <a:lnTo>
                    <a:pt x="320437" y="35449"/>
                  </a:lnTo>
                  <a:lnTo>
                    <a:pt x="364672" y="20259"/>
                  </a:lnTo>
                  <a:lnTo>
                    <a:pt x="410641" y="9146"/>
                  </a:lnTo>
                  <a:lnTo>
                    <a:pt x="458129" y="2322"/>
                  </a:lnTo>
                  <a:lnTo>
                    <a:pt x="506925" y="0"/>
                  </a:lnTo>
                  <a:lnTo>
                    <a:pt x="3088788" y="0"/>
                  </a:lnTo>
                  <a:lnTo>
                    <a:pt x="3137584" y="2322"/>
                  </a:lnTo>
                  <a:lnTo>
                    <a:pt x="3185072" y="9146"/>
                  </a:lnTo>
                  <a:lnTo>
                    <a:pt x="3231040" y="20259"/>
                  </a:lnTo>
                  <a:lnTo>
                    <a:pt x="3275276" y="35449"/>
                  </a:lnTo>
                  <a:lnTo>
                    <a:pt x="3317565" y="54502"/>
                  </a:lnTo>
                  <a:lnTo>
                    <a:pt x="3357696" y="77205"/>
                  </a:lnTo>
                  <a:lnTo>
                    <a:pt x="3395454" y="103345"/>
                  </a:lnTo>
                  <a:lnTo>
                    <a:pt x="3430628" y="132709"/>
                  </a:lnTo>
                  <a:lnTo>
                    <a:pt x="3463003" y="165085"/>
                  </a:lnTo>
                  <a:lnTo>
                    <a:pt x="3481419" y="187144"/>
                  </a:lnTo>
                  <a:lnTo>
                    <a:pt x="488755" y="187144"/>
                  </a:lnTo>
                  <a:lnTo>
                    <a:pt x="440183" y="191074"/>
                  </a:lnTo>
                  <a:lnTo>
                    <a:pt x="394086" y="202450"/>
                  </a:lnTo>
                  <a:lnTo>
                    <a:pt x="351084" y="220650"/>
                  </a:lnTo>
                  <a:lnTo>
                    <a:pt x="311801" y="245053"/>
                  </a:lnTo>
                  <a:lnTo>
                    <a:pt x="276856" y="275038"/>
                  </a:lnTo>
                  <a:lnTo>
                    <a:pt x="246871" y="309983"/>
                  </a:lnTo>
                  <a:lnTo>
                    <a:pt x="222467" y="349267"/>
                  </a:lnTo>
                  <a:lnTo>
                    <a:pt x="204267" y="392268"/>
                  </a:lnTo>
                  <a:lnTo>
                    <a:pt x="193011" y="437881"/>
                  </a:lnTo>
                  <a:lnTo>
                    <a:pt x="188961" y="486938"/>
                  </a:lnTo>
                  <a:lnTo>
                    <a:pt x="188961" y="6864377"/>
                  </a:lnTo>
                  <a:lnTo>
                    <a:pt x="192892" y="6912949"/>
                  </a:lnTo>
                  <a:lnTo>
                    <a:pt x="204267" y="6959047"/>
                  </a:lnTo>
                  <a:lnTo>
                    <a:pt x="222467" y="7002048"/>
                  </a:lnTo>
                  <a:lnTo>
                    <a:pt x="246871" y="7041332"/>
                  </a:lnTo>
                  <a:lnTo>
                    <a:pt x="276856" y="7076277"/>
                  </a:lnTo>
                  <a:lnTo>
                    <a:pt x="311801" y="7106262"/>
                  </a:lnTo>
                  <a:lnTo>
                    <a:pt x="351084" y="7130665"/>
                  </a:lnTo>
                  <a:lnTo>
                    <a:pt x="394086" y="7148865"/>
                  </a:lnTo>
                  <a:lnTo>
                    <a:pt x="440183" y="7160241"/>
                  </a:lnTo>
                  <a:lnTo>
                    <a:pt x="488755" y="7164171"/>
                  </a:lnTo>
                  <a:lnTo>
                    <a:pt x="3473835" y="7164171"/>
                  </a:lnTo>
                  <a:lnTo>
                    <a:pt x="3463003" y="7177146"/>
                  </a:lnTo>
                  <a:lnTo>
                    <a:pt x="3430628" y="7209521"/>
                  </a:lnTo>
                  <a:lnTo>
                    <a:pt x="3395454" y="7238886"/>
                  </a:lnTo>
                  <a:lnTo>
                    <a:pt x="3357696" y="7265026"/>
                  </a:lnTo>
                  <a:lnTo>
                    <a:pt x="3317565" y="7287729"/>
                  </a:lnTo>
                  <a:lnTo>
                    <a:pt x="3275276" y="7306782"/>
                  </a:lnTo>
                  <a:lnTo>
                    <a:pt x="3231040" y="7321971"/>
                  </a:lnTo>
                  <a:lnTo>
                    <a:pt x="3185072" y="7333085"/>
                  </a:lnTo>
                  <a:lnTo>
                    <a:pt x="3137584" y="7339909"/>
                  </a:lnTo>
                  <a:lnTo>
                    <a:pt x="3088788" y="7342231"/>
                  </a:lnTo>
                  <a:close/>
                </a:path>
                <a:path w="3596004" h="7342505">
                  <a:moveTo>
                    <a:pt x="2550975" y="437881"/>
                  </a:moveTo>
                  <a:lnTo>
                    <a:pt x="1048371" y="437881"/>
                  </a:lnTo>
                  <a:lnTo>
                    <a:pt x="1003680" y="431799"/>
                  </a:lnTo>
                  <a:lnTo>
                    <a:pt x="963379" y="414664"/>
                  </a:lnTo>
                  <a:lnTo>
                    <a:pt x="929135" y="388142"/>
                  </a:lnTo>
                  <a:lnTo>
                    <a:pt x="902612" y="353898"/>
                  </a:lnTo>
                  <a:lnTo>
                    <a:pt x="885478" y="313597"/>
                  </a:lnTo>
                  <a:lnTo>
                    <a:pt x="879396" y="268906"/>
                  </a:lnTo>
                  <a:lnTo>
                    <a:pt x="879396" y="187144"/>
                  </a:lnTo>
                  <a:lnTo>
                    <a:pt x="2719950" y="187144"/>
                  </a:lnTo>
                  <a:lnTo>
                    <a:pt x="2719950" y="232567"/>
                  </a:lnTo>
                  <a:lnTo>
                    <a:pt x="2229379" y="232567"/>
                  </a:lnTo>
                  <a:lnTo>
                    <a:pt x="2212316" y="236087"/>
                  </a:lnTo>
                  <a:lnTo>
                    <a:pt x="2197809" y="245740"/>
                  </a:lnTo>
                  <a:lnTo>
                    <a:pt x="2196857" y="247103"/>
                  </a:lnTo>
                  <a:lnTo>
                    <a:pt x="1558930" y="247103"/>
                  </a:lnTo>
                  <a:lnTo>
                    <a:pt x="1547205" y="249374"/>
                  </a:lnTo>
                  <a:lnTo>
                    <a:pt x="1537354" y="255733"/>
                  </a:lnTo>
                  <a:lnTo>
                    <a:pt x="1530568" y="265499"/>
                  </a:lnTo>
                  <a:lnTo>
                    <a:pt x="1528042" y="277991"/>
                  </a:lnTo>
                  <a:lnTo>
                    <a:pt x="1530568" y="290482"/>
                  </a:lnTo>
                  <a:lnTo>
                    <a:pt x="1537354" y="300248"/>
                  </a:lnTo>
                  <a:lnTo>
                    <a:pt x="1547205" y="306607"/>
                  </a:lnTo>
                  <a:lnTo>
                    <a:pt x="1558930" y="308878"/>
                  </a:lnTo>
                  <a:lnTo>
                    <a:pt x="2196216" y="308878"/>
                  </a:lnTo>
                  <a:lnTo>
                    <a:pt x="2197128" y="310241"/>
                  </a:lnTo>
                  <a:lnTo>
                    <a:pt x="2211550" y="319894"/>
                  </a:lnTo>
                  <a:lnTo>
                    <a:pt x="2229379" y="323414"/>
                  </a:lnTo>
                  <a:lnTo>
                    <a:pt x="2709695" y="323414"/>
                  </a:lnTo>
                  <a:lnTo>
                    <a:pt x="2696734" y="353898"/>
                  </a:lnTo>
                  <a:lnTo>
                    <a:pt x="2670212" y="388142"/>
                  </a:lnTo>
                  <a:lnTo>
                    <a:pt x="2635967" y="414664"/>
                  </a:lnTo>
                  <a:lnTo>
                    <a:pt x="2595667" y="431799"/>
                  </a:lnTo>
                  <a:lnTo>
                    <a:pt x="2550975" y="437881"/>
                  </a:lnTo>
                  <a:close/>
                </a:path>
                <a:path w="3596004" h="7342505">
                  <a:moveTo>
                    <a:pt x="3473835" y="7164171"/>
                  </a:moveTo>
                  <a:lnTo>
                    <a:pt x="3110592" y="7164171"/>
                  </a:lnTo>
                  <a:lnTo>
                    <a:pt x="3159163" y="7160241"/>
                  </a:lnTo>
                  <a:lnTo>
                    <a:pt x="3205261" y="7148865"/>
                  </a:lnTo>
                  <a:lnTo>
                    <a:pt x="3248262" y="7130665"/>
                  </a:lnTo>
                  <a:lnTo>
                    <a:pt x="3287546" y="7106262"/>
                  </a:lnTo>
                  <a:lnTo>
                    <a:pt x="3322491" y="7076277"/>
                  </a:lnTo>
                  <a:lnTo>
                    <a:pt x="3352476" y="7041332"/>
                  </a:lnTo>
                  <a:lnTo>
                    <a:pt x="3376879" y="7002048"/>
                  </a:lnTo>
                  <a:lnTo>
                    <a:pt x="3395079" y="6959047"/>
                  </a:lnTo>
                  <a:lnTo>
                    <a:pt x="3406455" y="6912949"/>
                  </a:lnTo>
                  <a:lnTo>
                    <a:pt x="3410385" y="6864377"/>
                  </a:lnTo>
                  <a:lnTo>
                    <a:pt x="3408569" y="6864377"/>
                  </a:lnTo>
                  <a:lnTo>
                    <a:pt x="3408569" y="486938"/>
                  </a:lnTo>
                  <a:lnTo>
                    <a:pt x="3404639" y="438366"/>
                  </a:lnTo>
                  <a:lnTo>
                    <a:pt x="3393263" y="392268"/>
                  </a:lnTo>
                  <a:lnTo>
                    <a:pt x="3375062" y="349267"/>
                  </a:lnTo>
                  <a:lnTo>
                    <a:pt x="3350659" y="309983"/>
                  </a:lnTo>
                  <a:lnTo>
                    <a:pt x="3320674" y="275038"/>
                  </a:lnTo>
                  <a:lnTo>
                    <a:pt x="3285729" y="245053"/>
                  </a:lnTo>
                  <a:lnTo>
                    <a:pt x="3246445" y="220650"/>
                  </a:lnTo>
                  <a:lnTo>
                    <a:pt x="3203444" y="202450"/>
                  </a:lnTo>
                  <a:lnTo>
                    <a:pt x="3157346" y="191074"/>
                  </a:lnTo>
                  <a:lnTo>
                    <a:pt x="3108774" y="187144"/>
                  </a:lnTo>
                  <a:lnTo>
                    <a:pt x="3481419" y="187144"/>
                  </a:lnTo>
                  <a:lnTo>
                    <a:pt x="3492367" y="200258"/>
                  </a:lnTo>
                  <a:lnTo>
                    <a:pt x="3518507" y="238016"/>
                  </a:lnTo>
                  <a:lnTo>
                    <a:pt x="3541122" y="277991"/>
                  </a:lnTo>
                  <a:lnTo>
                    <a:pt x="3541210" y="278147"/>
                  </a:lnTo>
                  <a:lnTo>
                    <a:pt x="3560263" y="320436"/>
                  </a:lnTo>
                  <a:lnTo>
                    <a:pt x="3575453" y="364672"/>
                  </a:lnTo>
                  <a:lnTo>
                    <a:pt x="3586567" y="410640"/>
                  </a:lnTo>
                  <a:lnTo>
                    <a:pt x="3593391" y="458129"/>
                  </a:lnTo>
                  <a:lnTo>
                    <a:pt x="3595713" y="506924"/>
                  </a:lnTo>
                  <a:lnTo>
                    <a:pt x="3595713" y="6835306"/>
                  </a:lnTo>
                  <a:lnTo>
                    <a:pt x="3593391" y="6884102"/>
                  </a:lnTo>
                  <a:lnTo>
                    <a:pt x="3586567" y="6931590"/>
                  </a:lnTo>
                  <a:lnTo>
                    <a:pt x="3575453" y="6977559"/>
                  </a:lnTo>
                  <a:lnTo>
                    <a:pt x="3560263" y="7021794"/>
                  </a:lnTo>
                  <a:lnTo>
                    <a:pt x="3541210" y="7064084"/>
                  </a:lnTo>
                  <a:lnTo>
                    <a:pt x="3518507" y="7104214"/>
                  </a:lnTo>
                  <a:lnTo>
                    <a:pt x="3492367" y="7141973"/>
                  </a:lnTo>
                  <a:lnTo>
                    <a:pt x="3473835" y="7164171"/>
                  </a:lnTo>
                  <a:close/>
                </a:path>
                <a:path w="3596004" h="7342505">
                  <a:moveTo>
                    <a:pt x="2709695" y="323414"/>
                  </a:moveTo>
                  <a:lnTo>
                    <a:pt x="2229379" y="323414"/>
                  </a:lnTo>
                  <a:lnTo>
                    <a:pt x="2247207" y="319894"/>
                  </a:lnTo>
                  <a:lnTo>
                    <a:pt x="2261629" y="310241"/>
                  </a:lnTo>
                  <a:lnTo>
                    <a:pt x="2271282" y="295819"/>
                  </a:lnTo>
                  <a:lnTo>
                    <a:pt x="2274771" y="278147"/>
                  </a:lnTo>
                  <a:lnTo>
                    <a:pt x="2274802" y="277991"/>
                  </a:lnTo>
                  <a:lnTo>
                    <a:pt x="2271282" y="260162"/>
                  </a:lnTo>
                  <a:lnTo>
                    <a:pt x="2261629" y="245740"/>
                  </a:lnTo>
                  <a:lnTo>
                    <a:pt x="2247207" y="236087"/>
                  </a:lnTo>
                  <a:lnTo>
                    <a:pt x="2229379" y="232567"/>
                  </a:lnTo>
                  <a:lnTo>
                    <a:pt x="2719950" y="232567"/>
                  </a:lnTo>
                  <a:lnTo>
                    <a:pt x="2719950" y="268906"/>
                  </a:lnTo>
                  <a:lnTo>
                    <a:pt x="2713869" y="313597"/>
                  </a:lnTo>
                  <a:lnTo>
                    <a:pt x="2709695" y="323414"/>
                  </a:lnTo>
                  <a:close/>
                </a:path>
                <a:path w="3596004" h="7342505">
                  <a:moveTo>
                    <a:pt x="2196216" y="308878"/>
                  </a:moveTo>
                  <a:lnTo>
                    <a:pt x="1994994" y="308878"/>
                  </a:lnTo>
                  <a:lnTo>
                    <a:pt x="2006719" y="306607"/>
                  </a:lnTo>
                  <a:lnTo>
                    <a:pt x="2016570" y="300248"/>
                  </a:lnTo>
                  <a:lnTo>
                    <a:pt x="2023355" y="290482"/>
                  </a:lnTo>
                  <a:lnTo>
                    <a:pt x="2025850" y="278147"/>
                  </a:lnTo>
                  <a:lnTo>
                    <a:pt x="2025881" y="277991"/>
                  </a:lnTo>
                  <a:lnTo>
                    <a:pt x="2023355" y="265499"/>
                  </a:lnTo>
                  <a:lnTo>
                    <a:pt x="2016570" y="255733"/>
                  </a:lnTo>
                  <a:lnTo>
                    <a:pt x="2006719" y="249374"/>
                  </a:lnTo>
                  <a:lnTo>
                    <a:pt x="1994994" y="247103"/>
                  </a:lnTo>
                  <a:lnTo>
                    <a:pt x="2196857" y="247103"/>
                  </a:lnTo>
                  <a:lnTo>
                    <a:pt x="2187731" y="260162"/>
                  </a:lnTo>
                  <a:lnTo>
                    <a:pt x="2183955" y="277991"/>
                  </a:lnTo>
                  <a:lnTo>
                    <a:pt x="2187475" y="295819"/>
                  </a:lnTo>
                  <a:lnTo>
                    <a:pt x="2196216" y="308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9843" y="2234686"/>
              <a:ext cx="3219606" cy="697702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648924" y="2294645"/>
              <a:ext cx="497840" cy="62230"/>
            </a:xfrm>
            <a:custGeom>
              <a:avLst/>
              <a:gdLst/>
              <a:ahLst/>
              <a:cxnLst/>
              <a:rect l="l" t="t" r="r" b="b"/>
              <a:pathLst>
                <a:path w="497840" h="62230">
                  <a:moveTo>
                    <a:pt x="466951" y="61775"/>
                  </a:moveTo>
                  <a:lnTo>
                    <a:pt x="30887" y="61775"/>
                  </a:lnTo>
                  <a:lnTo>
                    <a:pt x="19162" y="59504"/>
                  </a:lnTo>
                  <a:lnTo>
                    <a:pt x="9311" y="53145"/>
                  </a:lnTo>
                  <a:lnTo>
                    <a:pt x="2526" y="43379"/>
                  </a:lnTo>
                  <a:lnTo>
                    <a:pt x="0" y="30887"/>
                  </a:lnTo>
                  <a:lnTo>
                    <a:pt x="2526" y="18396"/>
                  </a:lnTo>
                  <a:lnTo>
                    <a:pt x="9311" y="8630"/>
                  </a:lnTo>
                  <a:lnTo>
                    <a:pt x="19162" y="2271"/>
                  </a:lnTo>
                  <a:lnTo>
                    <a:pt x="30887" y="0"/>
                  </a:lnTo>
                  <a:lnTo>
                    <a:pt x="466951" y="0"/>
                  </a:lnTo>
                  <a:lnTo>
                    <a:pt x="478676" y="2271"/>
                  </a:lnTo>
                  <a:lnTo>
                    <a:pt x="488527" y="8630"/>
                  </a:lnTo>
                  <a:lnTo>
                    <a:pt x="495312" y="18396"/>
                  </a:lnTo>
                  <a:lnTo>
                    <a:pt x="497839" y="30887"/>
                  </a:lnTo>
                  <a:lnTo>
                    <a:pt x="495312" y="43379"/>
                  </a:lnTo>
                  <a:lnTo>
                    <a:pt x="488527" y="53145"/>
                  </a:lnTo>
                  <a:lnTo>
                    <a:pt x="478676" y="59504"/>
                  </a:lnTo>
                  <a:lnTo>
                    <a:pt x="466951" y="6177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04837" y="2280110"/>
              <a:ext cx="90846" cy="9084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044561" y="2992347"/>
              <a:ext cx="3748404" cy="1755775"/>
            </a:xfrm>
            <a:custGeom>
              <a:avLst/>
              <a:gdLst/>
              <a:ahLst/>
              <a:cxnLst/>
              <a:rect l="l" t="t" r="r" b="b"/>
              <a:pathLst>
                <a:path w="3748404" h="1755775">
                  <a:moveTo>
                    <a:pt x="39979" y="1202817"/>
                  </a:moveTo>
                  <a:lnTo>
                    <a:pt x="24536" y="1205992"/>
                  </a:lnTo>
                  <a:lnTo>
                    <a:pt x="11811" y="1214628"/>
                  </a:lnTo>
                  <a:lnTo>
                    <a:pt x="3187" y="1227340"/>
                  </a:lnTo>
                  <a:lnTo>
                    <a:pt x="0" y="1242783"/>
                  </a:lnTo>
                  <a:lnTo>
                    <a:pt x="0" y="1715185"/>
                  </a:lnTo>
                  <a:lnTo>
                    <a:pt x="3187" y="1730641"/>
                  </a:lnTo>
                  <a:lnTo>
                    <a:pt x="11811" y="1743354"/>
                  </a:lnTo>
                  <a:lnTo>
                    <a:pt x="24536" y="1751990"/>
                  </a:lnTo>
                  <a:lnTo>
                    <a:pt x="39979" y="1755165"/>
                  </a:lnTo>
                  <a:lnTo>
                    <a:pt x="39979" y="1202817"/>
                  </a:lnTo>
                  <a:close/>
                </a:path>
                <a:path w="3748404" h="1755775">
                  <a:moveTo>
                    <a:pt x="39979" y="532371"/>
                  </a:moveTo>
                  <a:lnTo>
                    <a:pt x="24536" y="535266"/>
                  </a:lnTo>
                  <a:lnTo>
                    <a:pt x="11811" y="543267"/>
                  </a:lnTo>
                  <a:lnTo>
                    <a:pt x="3187" y="555358"/>
                  </a:lnTo>
                  <a:lnTo>
                    <a:pt x="0" y="570522"/>
                  </a:lnTo>
                  <a:lnTo>
                    <a:pt x="0" y="1042924"/>
                  </a:lnTo>
                  <a:lnTo>
                    <a:pt x="3187" y="1058367"/>
                  </a:lnTo>
                  <a:lnTo>
                    <a:pt x="11811" y="1071092"/>
                  </a:lnTo>
                  <a:lnTo>
                    <a:pt x="24536" y="1079715"/>
                  </a:lnTo>
                  <a:lnTo>
                    <a:pt x="39979" y="1082903"/>
                  </a:lnTo>
                  <a:lnTo>
                    <a:pt x="39979" y="532371"/>
                  </a:lnTo>
                  <a:close/>
                </a:path>
                <a:path w="3748404" h="1755775">
                  <a:moveTo>
                    <a:pt x="39979" y="0"/>
                  </a:moveTo>
                  <a:lnTo>
                    <a:pt x="24536" y="2908"/>
                  </a:lnTo>
                  <a:lnTo>
                    <a:pt x="11811" y="10909"/>
                  </a:lnTo>
                  <a:lnTo>
                    <a:pt x="3187" y="22999"/>
                  </a:lnTo>
                  <a:lnTo>
                    <a:pt x="0" y="38163"/>
                  </a:lnTo>
                  <a:lnTo>
                    <a:pt x="0" y="265277"/>
                  </a:lnTo>
                  <a:lnTo>
                    <a:pt x="3187" y="280720"/>
                  </a:lnTo>
                  <a:lnTo>
                    <a:pt x="11811" y="293446"/>
                  </a:lnTo>
                  <a:lnTo>
                    <a:pt x="24536" y="302069"/>
                  </a:lnTo>
                  <a:lnTo>
                    <a:pt x="39979" y="305257"/>
                  </a:lnTo>
                  <a:lnTo>
                    <a:pt x="39979" y="0"/>
                  </a:lnTo>
                  <a:close/>
                </a:path>
                <a:path w="3748404" h="1755775">
                  <a:moveTo>
                    <a:pt x="3748341" y="754037"/>
                  </a:moveTo>
                  <a:lnTo>
                    <a:pt x="3745153" y="738593"/>
                  </a:lnTo>
                  <a:lnTo>
                    <a:pt x="3736530" y="725868"/>
                  </a:lnTo>
                  <a:lnTo>
                    <a:pt x="3723805" y="717245"/>
                  </a:lnTo>
                  <a:lnTo>
                    <a:pt x="3708362" y="714057"/>
                  </a:lnTo>
                  <a:lnTo>
                    <a:pt x="3708362" y="1598904"/>
                  </a:lnTo>
                  <a:lnTo>
                    <a:pt x="3723805" y="1595729"/>
                  </a:lnTo>
                  <a:lnTo>
                    <a:pt x="3736530" y="1587093"/>
                  </a:lnTo>
                  <a:lnTo>
                    <a:pt x="3745153" y="1574380"/>
                  </a:lnTo>
                  <a:lnTo>
                    <a:pt x="3748341" y="1558937"/>
                  </a:lnTo>
                  <a:lnTo>
                    <a:pt x="3748341" y="754037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084543" y="2011203"/>
              <a:ext cx="3668395" cy="7415530"/>
            </a:xfrm>
            <a:custGeom>
              <a:avLst/>
              <a:gdLst/>
              <a:ahLst/>
              <a:cxnLst/>
              <a:rect l="l" t="t" r="r" b="b"/>
              <a:pathLst>
                <a:path w="3668395" h="7415530">
                  <a:moveTo>
                    <a:pt x="3125127" y="7414908"/>
                  </a:moveTo>
                  <a:lnTo>
                    <a:pt x="543263" y="7414908"/>
                  </a:lnTo>
                  <a:lnTo>
                    <a:pt x="496423" y="7412912"/>
                  </a:lnTo>
                  <a:lnTo>
                    <a:pt x="450682" y="7407033"/>
                  </a:lnTo>
                  <a:lnTo>
                    <a:pt x="406205" y="7397435"/>
                  </a:lnTo>
                  <a:lnTo>
                    <a:pt x="363155" y="7384281"/>
                  </a:lnTo>
                  <a:lnTo>
                    <a:pt x="321696" y="7367736"/>
                  </a:lnTo>
                  <a:lnTo>
                    <a:pt x="281992" y="7347963"/>
                  </a:lnTo>
                  <a:lnTo>
                    <a:pt x="244206" y="7325125"/>
                  </a:lnTo>
                  <a:lnTo>
                    <a:pt x="208502" y="7299387"/>
                  </a:lnTo>
                  <a:lnTo>
                    <a:pt x="175044" y="7270912"/>
                  </a:lnTo>
                  <a:lnTo>
                    <a:pt x="143996" y="7239864"/>
                  </a:lnTo>
                  <a:lnTo>
                    <a:pt x="115520" y="7206406"/>
                  </a:lnTo>
                  <a:lnTo>
                    <a:pt x="89782" y="7170702"/>
                  </a:lnTo>
                  <a:lnTo>
                    <a:pt x="66945" y="7132916"/>
                  </a:lnTo>
                  <a:lnTo>
                    <a:pt x="47171" y="7093212"/>
                  </a:lnTo>
                  <a:lnTo>
                    <a:pt x="30626" y="7051753"/>
                  </a:lnTo>
                  <a:lnTo>
                    <a:pt x="17472" y="7008703"/>
                  </a:lnTo>
                  <a:lnTo>
                    <a:pt x="7874" y="6964226"/>
                  </a:lnTo>
                  <a:lnTo>
                    <a:pt x="1996" y="6918486"/>
                  </a:lnTo>
                  <a:lnTo>
                    <a:pt x="77" y="6873461"/>
                  </a:lnTo>
                  <a:lnTo>
                    <a:pt x="0" y="543263"/>
                  </a:lnTo>
                  <a:lnTo>
                    <a:pt x="681" y="515753"/>
                  </a:lnTo>
                  <a:lnTo>
                    <a:pt x="6132" y="460734"/>
                  </a:lnTo>
                  <a:lnTo>
                    <a:pt x="13655" y="420904"/>
                  </a:lnTo>
                  <a:lnTo>
                    <a:pt x="23620" y="381556"/>
                  </a:lnTo>
                  <a:lnTo>
                    <a:pt x="37701" y="344309"/>
                  </a:lnTo>
                  <a:lnTo>
                    <a:pt x="54508" y="307061"/>
                  </a:lnTo>
                  <a:lnTo>
                    <a:pt x="73160" y="272824"/>
                  </a:lnTo>
                  <a:lnTo>
                    <a:pt x="93799" y="239835"/>
                  </a:lnTo>
                  <a:lnTo>
                    <a:pt x="120542" y="202020"/>
                  </a:lnTo>
                  <a:lnTo>
                    <a:pt x="146320" y="172041"/>
                  </a:lnTo>
                  <a:lnTo>
                    <a:pt x="169429" y="149613"/>
                  </a:lnTo>
                  <a:lnTo>
                    <a:pt x="188507" y="132011"/>
                  </a:lnTo>
                  <a:lnTo>
                    <a:pt x="234118" y="96333"/>
                  </a:lnTo>
                  <a:lnTo>
                    <a:pt x="272682" y="72052"/>
                  </a:lnTo>
                  <a:lnTo>
                    <a:pt x="313503" y="50923"/>
                  </a:lnTo>
                  <a:lnTo>
                    <a:pt x="356346" y="33159"/>
                  </a:lnTo>
                  <a:lnTo>
                    <a:pt x="400978" y="18971"/>
                  </a:lnTo>
                  <a:lnTo>
                    <a:pt x="447164" y="8573"/>
                  </a:lnTo>
                  <a:lnTo>
                    <a:pt x="495224" y="2104"/>
                  </a:lnTo>
                  <a:lnTo>
                    <a:pt x="496333" y="2104"/>
                  </a:lnTo>
                  <a:lnTo>
                    <a:pt x="543263" y="0"/>
                  </a:lnTo>
                  <a:lnTo>
                    <a:pt x="3126944" y="0"/>
                  </a:lnTo>
                  <a:lnTo>
                    <a:pt x="3175462" y="2104"/>
                  </a:lnTo>
                  <a:lnTo>
                    <a:pt x="3222787" y="8318"/>
                  </a:lnTo>
                  <a:lnTo>
                    <a:pt x="3268750" y="18492"/>
                  </a:lnTo>
                  <a:lnTo>
                    <a:pt x="3313180" y="32477"/>
                  </a:lnTo>
                  <a:lnTo>
                    <a:pt x="3322527" y="36338"/>
                  </a:lnTo>
                  <a:lnTo>
                    <a:pt x="543263" y="36338"/>
                  </a:lnTo>
                  <a:lnTo>
                    <a:pt x="494468" y="38661"/>
                  </a:lnTo>
                  <a:lnTo>
                    <a:pt x="446979" y="45488"/>
                  </a:lnTo>
                  <a:lnTo>
                    <a:pt x="401011" y="56608"/>
                  </a:lnTo>
                  <a:lnTo>
                    <a:pt x="356775" y="71811"/>
                  </a:lnTo>
                  <a:lnTo>
                    <a:pt x="314486" y="90887"/>
                  </a:lnTo>
                  <a:lnTo>
                    <a:pt x="274355" y="113624"/>
                  </a:lnTo>
                  <a:lnTo>
                    <a:pt x="236597" y="139811"/>
                  </a:lnTo>
                  <a:lnTo>
                    <a:pt x="201423" y="169237"/>
                  </a:lnTo>
                  <a:lnTo>
                    <a:pt x="169048" y="201693"/>
                  </a:lnTo>
                  <a:lnTo>
                    <a:pt x="139684" y="236966"/>
                  </a:lnTo>
                  <a:lnTo>
                    <a:pt x="113544" y="274847"/>
                  </a:lnTo>
                  <a:lnTo>
                    <a:pt x="90841" y="315125"/>
                  </a:lnTo>
                  <a:lnTo>
                    <a:pt x="71788" y="357588"/>
                  </a:lnTo>
                  <a:lnTo>
                    <a:pt x="56598" y="402025"/>
                  </a:lnTo>
                  <a:lnTo>
                    <a:pt x="45484" y="448227"/>
                  </a:lnTo>
                  <a:lnTo>
                    <a:pt x="38660" y="495982"/>
                  </a:lnTo>
                  <a:lnTo>
                    <a:pt x="36424" y="543263"/>
                  </a:lnTo>
                  <a:lnTo>
                    <a:pt x="36338" y="6873461"/>
                  </a:lnTo>
                  <a:lnTo>
                    <a:pt x="38660" y="6922257"/>
                  </a:lnTo>
                  <a:lnTo>
                    <a:pt x="45484" y="6969745"/>
                  </a:lnTo>
                  <a:lnTo>
                    <a:pt x="56598" y="7015714"/>
                  </a:lnTo>
                  <a:lnTo>
                    <a:pt x="71788" y="7059949"/>
                  </a:lnTo>
                  <a:lnTo>
                    <a:pt x="90841" y="7102239"/>
                  </a:lnTo>
                  <a:lnTo>
                    <a:pt x="113544" y="7142369"/>
                  </a:lnTo>
                  <a:lnTo>
                    <a:pt x="139684" y="7180128"/>
                  </a:lnTo>
                  <a:lnTo>
                    <a:pt x="169048" y="7215301"/>
                  </a:lnTo>
                  <a:lnTo>
                    <a:pt x="201423" y="7247676"/>
                  </a:lnTo>
                  <a:lnTo>
                    <a:pt x="236597" y="7277041"/>
                  </a:lnTo>
                  <a:lnTo>
                    <a:pt x="274355" y="7303181"/>
                  </a:lnTo>
                  <a:lnTo>
                    <a:pt x="314486" y="7325884"/>
                  </a:lnTo>
                  <a:lnTo>
                    <a:pt x="356775" y="7344937"/>
                  </a:lnTo>
                  <a:lnTo>
                    <a:pt x="401011" y="7360126"/>
                  </a:lnTo>
                  <a:lnTo>
                    <a:pt x="446979" y="7371240"/>
                  </a:lnTo>
                  <a:lnTo>
                    <a:pt x="494468" y="7378064"/>
                  </a:lnTo>
                  <a:lnTo>
                    <a:pt x="543263" y="7380386"/>
                  </a:lnTo>
                  <a:lnTo>
                    <a:pt x="3314995" y="7380386"/>
                  </a:lnTo>
                  <a:lnTo>
                    <a:pt x="3305235" y="7384281"/>
                  </a:lnTo>
                  <a:lnTo>
                    <a:pt x="3262185" y="7397435"/>
                  </a:lnTo>
                  <a:lnTo>
                    <a:pt x="3217708" y="7407033"/>
                  </a:lnTo>
                  <a:lnTo>
                    <a:pt x="3171967" y="7412912"/>
                  </a:lnTo>
                  <a:lnTo>
                    <a:pt x="3125127" y="7414908"/>
                  </a:lnTo>
                  <a:close/>
                </a:path>
                <a:path w="3668395" h="7415530">
                  <a:moveTo>
                    <a:pt x="3314995" y="7380386"/>
                  </a:moveTo>
                  <a:lnTo>
                    <a:pt x="3125127" y="7380386"/>
                  </a:lnTo>
                  <a:lnTo>
                    <a:pt x="3173922" y="7378064"/>
                  </a:lnTo>
                  <a:lnTo>
                    <a:pt x="3221410" y="7371240"/>
                  </a:lnTo>
                  <a:lnTo>
                    <a:pt x="3267379" y="7360126"/>
                  </a:lnTo>
                  <a:lnTo>
                    <a:pt x="3311614" y="7344937"/>
                  </a:lnTo>
                  <a:lnTo>
                    <a:pt x="3353904" y="7325884"/>
                  </a:lnTo>
                  <a:lnTo>
                    <a:pt x="3394034" y="7303181"/>
                  </a:lnTo>
                  <a:lnTo>
                    <a:pt x="3431793" y="7277041"/>
                  </a:lnTo>
                  <a:lnTo>
                    <a:pt x="3466966" y="7247676"/>
                  </a:lnTo>
                  <a:lnTo>
                    <a:pt x="3499342" y="7215301"/>
                  </a:lnTo>
                  <a:lnTo>
                    <a:pt x="3528706" y="7180128"/>
                  </a:lnTo>
                  <a:lnTo>
                    <a:pt x="3554846" y="7142369"/>
                  </a:lnTo>
                  <a:lnTo>
                    <a:pt x="3577549" y="7102239"/>
                  </a:lnTo>
                  <a:lnTo>
                    <a:pt x="3596602" y="7059949"/>
                  </a:lnTo>
                  <a:lnTo>
                    <a:pt x="3611792" y="7015714"/>
                  </a:lnTo>
                  <a:lnTo>
                    <a:pt x="3622905" y="6969745"/>
                  </a:lnTo>
                  <a:lnTo>
                    <a:pt x="3629729" y="6922257"/>
                  </a:lnTo>
                  <a:lnTo>
                    <a:pt x="3632052" y="6873461"/>
                  </a:lnTo>
                  <a:lnTo>
                    <a:pt x="3632052" y="543263"/>
                  </a:lnTo>
                  <a:lnTo>
                    <a:pt x="3629802" y="495982"/>
                  </a:lnTo>
                  <a:lnTo>
                    <a:pt x="3622905" y="446979"/>
                  </a:lnTo>
                  <a:lnTo>
                    <a:pt x="3611792" y="401011"/>
                  </a:lnTo>
                  <a:lnTo>
                    <a:pt x="3596602" y="356775"/>
                  </a:lnTo>
                  <a:lnTo>
                    <a:pt x="3577549" y="314486"/>
                  </a:lnTo>
                  <a:lnTo>
                    <a:pt x="3554846" y="274355"/>
                  </a:lnTo>
                  <a:lnTo>
                    <a:pt x="3528706" y="236597"/>
                  </a:lnTo>
                  <a:lnTo>
                    <a:pt x="3499342" y="201423"/>
                  </a:lnTo>
                  <a:lnTo>
                    <a:pt x="3466966" y="169048"/>
                  </a:lnTo>
                  <a:lnTo>
                    <a:pt x="3431945" y="139811"/>
                  </a:lnTo>
                  <a:lnTo>
                    <a:pt x="3394150" y="113624"/>
                  </a:lnTo>
                  <a:lnTo>
                    <a:pt x="3353986" y="90887"/>
                  </a:lnTo>
                  <a:lnTo>
                    <a:pt x="3311667" y="71811"/>
                  </a:lnTo>
                  <a:lnTo>
                    <a:pt x="3267408" y="56608"/>
                  </a:lnTo>
                  <a:lnTo>
                    <a:pt x="3221423" y="45488"/>
                  </a:lnTo>
                  <a:lnTo>
                    <a:pt x="3173925" y="38661"/>
                  </a:lnTo>
                  <a:lnTo>
                    <a:pt x="3125127" y="36338"/>
                  </a:lnTo>
                  <a:lnTo>
                    <a:pt x="3322527" y="36338"/>
                  </a:lnTo>
                  <a:lnTo>
                    <a:pt x="3396758" y="71286"/>
                  </a:lnTo>
                  <a:lnTo>
                    <a:pt x="3435567" y="95811"/>
                  </a:lnTo>
                  <a:lnTo>
                    <a:pt x="3472161" y="123551"/>
                  </a:lnTo>
                  <a:lnTo>
                    <a:pt x="3500778" y="148846"/>
                  </a:lnTo>
                  <a:lnTo>
                    <a:pt x="3536435" y="187371"/>
                  </a:lnTo>
                  <a:lnTo>
                    <a:pt x="3561191" y="218032"/>
                  </a:lnTo>
                  <a:lnTo>
                    <a:pt x="3583420" y="250736"/>
                  </a:lnTo>
                  <a:lnTo>
                    <a:pt x="3603662" y="283668"/>
                  </a:lnTo>
                  <a:lnTo>
                    <a:pt x="3623818" y="325089"/>
                  </a:lnTo>
                  <a:lnTo>
                    <a:pt x="3638694" y="362506"/>
                  </a:lnTo>
                  <a:lnTo>
                    <a:pt x="3651811" y="407901"/>
                  </a:lnTo>
                  <a:lnTo>
                    <a:pt x="3662258" y="460479"/>
                  </a:lnTo>
                  <a:lnTo>
                    <a:pt x="3667708" y="514987"/>
                  </a:lnTo>
                  <a:lnTo>
                    <a:pt x="3668390" y="543263"/>
                  </a:lnTo>
                  <a:lnTo>
                    <a:pt x="3668312" y="6873461"/>
                  </a:lnTo>
                  <a:lnTo>
                    <a:pt x="3666394" y="6918486"/>
                  </a:lnTo>
                  <a:lnTo>
                    <a:pt x="3660515" y="6964226"/>
                  </a:lnTo>
                  <a:lnTo>
                    <a:pt x="3650917" y="7008703"/>
                  </a:lnTo>
                  <a:lnTo>
                    <a:pt x="3637763" y="7051753"/>
                  </a:lnTo>
                  <a:lnTo>
                    <a:pt x="3621218" y="7093212"/>
                  </a:lnTo>
                  <a:lnTo>
                    <a:pt x="3601445" y="7132916"/>
                  </a:lnTo>
                  <a:lnTo>
                    <a:pt x="3578607" y="7170702"/>
                  </a:lnTo>
                  <a:lnTo>
                    <a:pt x="3552869" y="7206406"/>
                  </a:lnTo>
                  <a:lnTo>
                    <a:pt x="3524394" y="7239864"/>
                  </a:lnTo>
                  <a:lnTo>
                    <a:pt x="3493345" y="7270912"/>
                  </a:lnTo>
                  <a:lnTo>
                    <a:pt x="3459887" y="7299387"/>
                  </a:lnTo>
                  <a:lnTo>
                    <a:pt x="3424184" y="7325125"/>
                  </a:lnTo>
                  <a:lnTo>
                    <a:pt x="3386398" y="7347963"/>
                  </a:lnTo>
                  <a:lnTo>
                    <a:pt x="3346694" y="7367736"/>
                  </a:lnTo>
                  <a:lnTo>
                    <a:pt x="3314995" y="7380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16703292" y="1028699"/>
            <a:ext cx="1584960" cy="7415530"/>
            <a:chOff x="16703292" y="1028699"/>
            <a:chExt cx="1584960" cy="7415530"/>
          </a:xfrm>
        </p:grpSpPr>
        <p:sp>
          <p:nvSpPr>
            <p:cNvPr id="15" name="object 15"/>
            <p:cNvSpPr/>
            <p:nvPr/>
          </p:nvSpPr>
          <p:spPr>
            <a:xfrm>
              <a:off x="16779603" y="1065038"/>
              <a:ext cx="1508760" cy="7342505"/>
            </a:xfrm>
            <a:custGeom>
              <a:avLst/>
              <a:gdLst/>
              <a:ahLst/>
              <a:cxnLst/>
              <a:rect l="l" t="t" r="r" b="b"/>
              <a:pathLst>
                <a:path w="1508759" h="7342505">
                  <a:moveTo>
                    <a:pt x="1508397" y="7342231"/>
                  </a:moveTo>
                  <a:lnTo>
                    <a:pt x="506925" y="7342231"/>
                  </a:lnTo>
                  <a:lnTo>
                    <a:pt x="458129" y="7339909"/>
                  </a:lnTo>
                  <a:lnTo>
                    <a:pt x="410640" y="7333085"/>
                  </a:lnTo>
                  <a:lnTo>
                    <a:pt x="364672" y="7321971"/>
                  </a:lnTo>
                  <a:lnTo>
                    <a:pt x="320436" y="7306782"/>
                  </a:lnTo>
                  <a:lnTo>
                    <a:pt x="278147" y="7287729"/>
                  </a:lnTo>
                  <a:lnTo>
                    <a:pt x="238016" y="7265026"/>
                  </a:lnTo>
                  <a:lnTo>
                    <a:pt x="200258" y="7238886"/>
                  </a:lnTo>
                  <a:lnTo>
                    <a:pt x="165084" y="7209521"/>
                  </a:lnTo>
                  <a:lnTo>
                    <a:pt x="132709" y="7177146"/>
                  </a:lnTo>
                  <a:lnTo>
                    <a:pt x="103345" y="7141973"/>
                  </a:lnTo>
                  <a:lnTo>
                    <a:pt x="77205" y="7104214"/>
                  </a:lnTo>
                  <a:lnTo>
                    <a:pt x="54502" y="7064084"/>
                  </a:lnTo>
                  <a:lnTo>
                    <a:pt x="35449" y="7021794"/>
                  </a:lnTo>
                  <a:lnTo>
                    <a:pt x="20259" y="6977559"/>
                  </a:lnTo>
                  <a:lnTo>
                    <a:pt x="9146" y="6931590"/>
                  </a:lnTo>
                  <a:lnTo>
                    <a:pt x="2322" y="6884102"/>
                  </a:lnTo>
                  <a:lnTo>
                    <a:pt x="0" y="6835306"/>
                  </a:lnTo>
                  <a:lnTo>
                    <a:pt x="0" y="506924"/>
                  </a:lnTo>
                  <a:lnTo>
                    <a:pt x="2322" y="458129"/>
                  </a:lnTo>
                  <a:lnTo>
                    <a:pt x="9146" y="410640"/>
                  </a:lnTo>
                  <a:lnTo>
                    <a:pt x="20259" y="364672"/>
                  </a:lnTo>
                  <a:lnTo>
                    <a:pt x="35449" y="320436"/>
                  </a:lnTo>
                  <a:lnTo>
                    <a:pt x="54502" y="278147"/>
                  </a:lnTo>
                  <a:lnTo>
                    <a:pt x="77205" y="238016"/>
                  </a:lnTo>
                  <a:lnTo>
                    <a:pt x="103345" y="200258"/>
                  </a:lnTo>
                  <a:lnTo>
                    <a:pt x="132709" y="165085"/>
                  </a:lnTo>
                  <a:lnTo>
                    <a:pt x="165084" y="132709"/>
                  </a:lnTo>
                  <a:lnTo>
                    <a:pt x="200258" y="103345"/>
                  </a:lnTo>
                  <a:lnTo>
                    <a:pt x="238016" y="77205"/>
                  </a:lnTo>
                  <a:lnTo>
                    <a:pt x="278147" y="54502"/>
                  </a:lnTo>
                  <a:lnTo>
                    <a:pt x="320436" y="35449"/>
                  </a:lnTo>
                  <a:lnTo>
                    <a:pt x="364672" y="20259"/>
                  </a:lnTo>
                  <a:lnTo>
                    <a:pt x="410640" y="9146"/>
                  </a:lnTo>
                  <a:lnTo>
                    <a:pt x="458129" y="2322"/>
                  </a:lnTo>
                  <a:lnTo>
                    <a:pt x="506925" y="0"/>
                  </a:lnTo>
                  <a:lnTo>
                    <a:pt x="1508397" y="0"/>
                  </a:lnTo>
                  <a:lnTo>
                    <a:pt x="1508397" y="187144"/>
                  </a:lnTo>
                  <a:lnTo>
                    <a:pt x="488754" y="187144"/>
                  </a:lnTo>
                  <a:lnTo>
                    <a:pt x="440182" y="191074"/>
                  </a:lnTo>
                  <a:lnTo>
                    <a:pt x="394085" y="202450"/>
                  </a:lnTo>
                  <a:lnTo>
                    <a:pt x="351084" y="220650"/>
                  </a:lnTo>
                  <a:lnTo>
                    <a:pt x="311800" y="245053"/>
                  </a:lnTo>
                  <a:lnTo>
                    <a:pt x="276855" y="275038"/>
                  </a:lnTo>
                  <a:lnTo>
                    <a:pt x="246870" y="309983"/>
                  </a:lnTo>
                  <a:lnTo>
                    <a:pt x="222467" y="349267"/>
                  </a:lnTo>
                  <a:lnTo>
                    <a:pt x="204267" y="392268"/>
                  </a:lnTo>
                  <a:lnTo>
                    <a:pt x="193011" y="437881"/>
                  </a:lnTo>
                  <a:lnTo>
                    <a:pt x="192891" y="438366"/>
                  </a:lnTo>
                  <a:lnTo>
                    <a:pt x="188961" y="486938"/>
                  </a:lnTo>
                  <a:lnTo>
                    <a:pt x="188961" y="6864377"/>
                  </a:lnTo>
                  <a:lnTo>
                    <a:pt x="192891" y="6912949"/>
                  </a:lnTo>
                  <a:lnTo>
                    <a:pt x="204267" y="6959047"/>
                  </a:lnTo>
                  <a:lnTo>
                    <a:pt x="222467" y="7002048"/>
                  </a:lnTo>
                  <a:lnTo>
                    <a:pt x="246870" y="7041332"/>
                  </a:lnTo>
                  <a:lnTo>
                    <a:pt x="276855" y="7076277"/>
                  </a:lnTo>
                  <a:lnTo>
                    <a:pt x="311800" y="7106262"/>
                  </a:lnTo>
                  <a:lnTo>
                    <a:pt x="351084" y="7130665"/>
                  </a:lnTo>
                  <a:lnTo>
                    <a:pt x="394085" y="7148865"/>
                  </a:lnTo>
                  <a:lnTo>
                    <a:pt x="440182" y="7160241"/>
                  </a:lnTo>
                  <a:lnTo>
                    <a:pt x="488754" y="7164171"/>
                  </a:lnTo>
                  <a:lnTo>
                    <a:pt x="1508397" y="7164171"/>
                  </a:lnTo>
                  <a:lnTo>
                    <a:pt x="1508397" y="7342231"/>
                  </a:lnTo>
                  <a:close/>
                </a:path>
                <a:path w="1508759" h="7342505">
                  <a:moveTo>
                    <a:pt x="1508397" y="437881"/>
                  </a:moveTo>
                  <a:lnTo>
                    <a:pt x="1048370" y="437881"/>
                  </a:lnTo>
                  <a:lnTo>
                    <a:pt x="1003679" y="431799"/>
                  </a:lnTo>
                  <a:lnTo>
                    <a:pt x="963378" y="414664"/>
                  </a:lnTo>
                  <a:lnTo>
                    <a:pt x="929134" y="388142"/>
                  </a:lnTo>
                  <a:lnTo>
                    <a:pt x="902612" y="353898"/>
                  </a:lnTo>
                  <a:lnTo>
                    <a:pt x="885477" y="313597"/>
                  </a:lnTo>
                  <a:lnTo>
                    <a:pt x="879395" y="268906"/>
                  </a:lnTo>
                  <a:lnTo>
                    <a:pt x="879395" y="187144"/>
                  </a:lnTo>
                  <a:lnTo>
                    <a:pt x="1508397" y="187144"/>
                  </a:lnTo>
                  <a:lnTo>
                    <a:pt x="1508397" y="4378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968564" y="1252183"/>
              <a:ext cx="1319435" cy="69770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703282" y="2009850"/>
              <a:ext cx="40005" cy="1755775"/>
            </a:xfrm>
            <a:custGeom>
              <a:avLst/>
              <a:gdLst/>
              <a:ahLst/>
              <a:cxnLst/>
              <a:rect l="l" t="t" r="r" b="b"/>
              <a:pathLst>
                <a:path w="40005" h="1755775">
                  <a:moveTo>
                    <a:pt x="39979" y="1202804"/>
                  </a:moveTo>
                  <a:lnTo>
                    <a:pt x="24536" y="1205992"/>
                  </a:lnTo>
                  <a:lnTo>
                    <a:pt x="11811" y="1214615"/>
                  </a:lnTo>
                  <a:lnTo>
                    <a:pt x="3187" y="1227340"/>
                  </a:lnTo>
                  <a:lnTo>
                    <a:pt x="0" y="1242783"/>
                  </a:lnTo>
                  <a:lnTo>
                    <a:pt x="0" y="1715185"/>
                  </a:lnTo>
                  <a:lnTo>
                    <a:pt x="3187" y="1730629"/>
                  </a:lnTo>
                  <a:lnTo>
                    <a:pt x="11811" y="1743341"/>
                  </a:lnTo>
                  <a:lnTo>
                    <a:pt x="24536" y="1751977"/>
                  </a:lnTo>
                  <a:lnTo>
                    <a:pt x="39979" y="1755152"/>
                  </a:lnTo>
                  <a:lnTo>
                    <a:pt x="39979" y="1202804"/>
                  </a:lnTo>
                  <a:close/>
                </a:path>
                <a:path w="40005" h="1755775">
                  <a:moveTo>
                    <a:pt x="39979" y="532358"/>
                  </a:moveTo>
                  <a:lnTo>
                    <a:pt x="24536" y="535254"/>
                  </a:lnTo>
                  <a:lnTo>
                    <a:pt x="11811" y="543267"/>
                  </a:lnTo>
                  <a:lnTo>
                    <a:pt x="3187" y="555358"/>
                  </a:lnTo>
                  <a:lnTo>
                    <a:pt x="0" y="570522"/>
                  </a:lnTo>
                  <a:lnTo>
                    <a:pt x="0" y="1042924"/>
                  </a:lnTo>
                  <a:lnTo>
                    <a:pt x="3187" y="1058367"/>
                  </a:lnTo>
                  <a:lnTo>
                    <a:pt x="11811" y="1071079"/>
                  </a:lnTo>
                  <a:lnTo>
                    <a:pt x="24536" y="1079715"/>
                  </a:lnTo>
                  <a:lnTo>
                    <a:pt x="39979" y="1082890"/>
                  </a:lnTo>
                  <a:lnTo>
                    <a:pt x="39979" y="532358"/>
                  </a:lnTo>
                  <a:close/>
                </a:path>
                <a:path w="40005" h="1755775">
                  <a:moveTo>
                    <a:pt x="39979" y="0"/>
                  </a:moveTo>
                  <a:lnTo>
                    <a:pt x="24536" y="2895"/>
                  </a:lnTo>
                  <a:lnTo>
                    <a:pt x="11811" y="10896"/>
                  </a:lnTo>
                  <a:lnTo>
                    <a:pt x="3187" y="22999"/>
                  </a:lnTo>
                  <a:lnTo>
                    <a:pt x="0" y="38150"/>
                  </a:lnTo>
                  <a:lnTo>
                    <a:pt x="0" y="265277"/>
                  </a:lnTo>
                  <a:lnTo>
                    <a:pt x="3187" y="280720"/>
                  </a:lnTo>
                  <a:lnTo>
                    <a:pt x="11811" y="293433"/>
                  </a:lnTo>
                  <a:lnTo>
                    <a:pt x="24536" y="302069"/>
                  </a:lnTo>
                  <a:lnTo>
                    <a:pt x="39979" y="305244"/>
                  </a:lnTo>
                  <a:lnTo>
                    <a:pt x="39979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743264" y="1028699"/>
              <a:ext cx="1544955" cy="7415530"/>
            </a:xfrm>
            <a:custGeom>
              <a:avLst/>
              <a:gdLst/>
              <a:ahLst/>
              <a:cxnLst/>
              <a:rect l="l" t="t" r="r" b="b"/>
              <a:pathLst>
                <a:path w="1544955" h="7415530">
                  <a:moveTo>
                    <a:pt x="1544736" y="7414908"/>
                  </a:moveTo>
                  <a:lnTo>
                    <a:pt x="543264" y="7414908"/>
                  </a:lnTo>
                  <a:lnTo>
                    <a:pt x="496423" y="7412912"/>
                  </a:lnTo>
                  <a:lnTo>
                    <a:pt x="450682" y="7407033"/>
                  </a:lnTo>
                  <a:lnTo>
                    <a:pt x="406205" y="7397435"/>
                  </a:lnTo>
                  <a:lnTo>
                    <a:pt x="363155" y="7384281"/>
                  </a:lnTo>
                  <a:lnTo>
                    <a:pt x="321696" y="7367736"/>
                  </a:lnTo>
                  <a:lnTo>
                    <a:pt x="281992" y="7347963"/>
                  </a:lnTo>
                  <a:lnTo>
                    <a:pt x="244206" y="7325125"/>
                  </a:lnTo>
                  <a:lnTo>
                    <a:pt x="208502" y="7299387"/>
                  </a:lnTo>
                  <a:lnTo>
                    <a:pt x="175044" y="7270912"/>
                  </a:lnTo>
                  <a:lnTo>
                    <a:pt x="143996" y="7239864"/>
                  </a:lnTo>
                  <a:lnTo>
                    <a:pt x="115521" y="7206406"/>
                  </a:lnTo>
                  <a:lnTo>
                    <a:pt x="89782" y="7170702"/>
                  </a:lnTo>
                  <a:lnTo>
                    <a:pt x="66945" y="7132916"/>
                  </a:lnTo>
                  <a:lnTo>
                    <a:pt x="47171" y="7093212"/>
                  </a:lnTo>
                  <a:lnTo>
                    <a:pt x="30626" y="7051753"/>
                  </a:lnTo>
                  <a:lnTo>
                    <a:pt x="17472" y="7008703"/>
                  </a:lnTo>
                  <a:lnTo>
                    <a:pt x="7874" y="6964226"/>
                  </a:lnTo>
                  <a:lnTo>
                    <a:pt x="1996" y="6918486"/>
                  </a:lnTo>
                  <a:lnTo>
                    <a:pt x="77" y="6873462"/>
                  </a:lnTo>
                  <a:lnTo>
                    <a:pt x="0" y="543263"/>
                  </a:lnTo>
                  <a:lnTo>
                    <a:pt x="738" y="514987"/>
                  </a:lnTo>
                  <a:lnTo>
                    <a:pt x="6178" y="460479"/>
                  </a:lnTo>
                  <a:lnTo>
                    <a:pt x="16579" y="407901"/>
                  </a:lnTo>
                  <a:lnTo>
                    <a:pt x="30590" y="362506"/>
                  </a:lnTo>
                  <a:lnTo>
                    <a:pt x="45593" y="325855"/>
                  </a:lnTo>
                  <a:lnTo>
                    <a:pt x="66545" y="284350"/>
                  </a:lnTo>
                  <a:lnTo>
                    <a:pt x="86787" y="250736"/>
                  </a:lnTo>
                  <a:lnTo>
                    <a:pt x="120542" y="202020"/>
                  </a:lnTo>
                  <a:lnTo>
                    <a:pt x="146320" y="172040"/>
                  </a:lnTo>
                  <a:lnTo>
                    <a:pt x="169429" y="149613"/>
                  </a:lnTo>
                  <a:lnTo>
                    <a:pt x="188507" y="132011"/>
                  </a:lnTo>
                  <a:lnTo>
                    <a:pt x="234118" y="96333"/>
                  </a:lnTo>
                  <a:lnTo>
                    <a:pt x="272682" y="72052"/>
                  </a:lnTo>
                  <a:lnTo>
                    <a:pt x="313503" y="50923"/>
                  </a:lnTo>
                  <a:lnTo>
                    <a:pt x="356346" y="33159"/>
                  </a:lnTo>
                  <a:lnTo>
                    <a:pt x="400978" y="18971"/>
                  </a:lnTo>
                  <a:lnTo>
                    <a:pt x="447165" y="8573"/>
                  </a:lnTo>
                  <a:lnTo>
                    <a:pt x="494671" y="2178"/>
                  </a:lnTo>
                  <a:lnTo>
                    <a:pt x="543264" y="0"/>
                  </a:lnTo>
                  <a:lnTo>
                    <a:pt x="1544736" y="0"/>
                  </a:lnTo>
                  <a:lnTo>
                    <a:pt x="1544736" y="36338"/>
                  </a:lnTo>
                  <a:lnTo>
                    <a:pt x="543264" y="36338"/>
                  </a:lnTo>
                  <a:lnTo>
                    <a:pt x="494468" y="38661"/>
                  </a:lnTo>
                  <a:lnTo>
                    <a:pt x="446980" y="45488"/>
                  </a:lnTo>
                  <a:lnTo>
                    <a:pt x="401011" y="56608"/>
                  </a:lnTo>
                  <a:lnTo>
                    <a:pt x="356776" y="71812"/>
                  </a:lnTo>
                  <a:lnTo>
                    <a:pt x="314486" y="90887"/>
                  </a:lnTo>
                  <a:lnTo>
                    <a:pt x="274355" y="113624"/>
                  </a:lnTo>
                  <a:lnTo>
                    <a:pt x="236597" y="139811"/>
                  </a:lnTo>
                  <a:lnTo>
                    <a:pt x="201424" y="169237"/>
                  </a:lnTo>
                  <a:lnTo>
                    <a:pt x="169048" y="201693"/>
                  </a:lnTo>
                  <a:lnTo>
                    <a:pt x="139684" y="236967"/>
                  </a:lnTo>
                  <a:lnTo>
                    <a:pt x="113544" y="274847"/>
                  </a:lnTo>
                  <a:lnTo>
                    <a:pt x="90841" y="315125"/>
                  </a:lnTo>
                  <a:lnTo>
                    <a:pt x="71788" y="357588"/>
                  </a:lnTo>
                  <a:lnTo>
                    <a:pt x="56599" y="402025"/>
                  </a:lnTo>
                  <a:lnTo>
                    <a:pt x="45485" y="448227"/>
                  </a:lnTo>
                  <a:lnTo>
                    <a:pt x="38661" y="495982"/>
                  </a:lnTo>
                  <a:lnTo>
                    <a:pt x="36425" y="543263"/>
                  </a:lnTo>
                  <a:lnTo>
                    <a:pt x="36339" y="6873462"/>
                  </a:lnTo>
                  <a:lnTo>
                    <a:pt x="38661" y="6922257"/>
                  </a:lnTo>
                  <a:lnTo>
                    <a:pt x="45485" y="6969746"/>
                  </a:lnTo>
                  <a:lnTo>
                    <a:pt x="56599" y="7015714"/>
                  </a:lnTo>
                  <a:lnTo>
                    <a:pt x="71788" y="7059950"/>
                  </a:lnTo>
                  <a:lnTo>
                    <a:pt x="90841" y="7102239"/>
                  </a:lnTo>
                  <a:lnTo>
                    <a:pt x="113544" y="7142370"/>
                  </a:lnTo>
                  <a:lnTo>
                    <a:pt x="139684" y="7180128"/>
                  </a:lnTo>
                  <a:lnTo>
                    <a:pt x="169048" y="7215301"/>
                  </a:lnTo>
                  <a:lnTo>
                    <a:pt x="201424" y="7247677"/>
                  </a:lnTo>
                  <a:lnTo>
                    <a:pt x="236597" y="7277041"/>
                  </a:lnTo>
                  <a:lnTo>
                    <a:pt x="274355" y="7303181"/>
                  </a:lnTo>
                  <a:lnTo>
                    <a:pt x="314486" y="7325884"/>
                  </a:lnTo>
                  <a:lnTo>
                    <a:pt x="356776" y="7344937"/>
                  </a:lnTo>
                  <a:lnTo>
                    <a:pt x="401011" y="7360127"/>
                  </a:lnTo>
                  <a:lnTo>
                    <a:pt x="446980" y="7371240"/>
                  </a:lnTo>
                  <a:lnTo>
                    <a:pt x="494468" y="7378064"/>
                  </a:lnTo>
                  <a:lnTo>
                    <a:pt x="543264" y="7380386"/>
                  </a:lnTo>
                  <a:lnTo>
                    <a:pt x="1544736" y="7380386"/>
                  </a:lnTo>
                  <a:lnTo>
                    <a:pt x="1544736" y="7414908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12373932" y="1435136"/>
            <a:ext cx="3748404" cy="7415530"/>
            <a:chOff x="12373932" y="1435136"/>
            <a:chExt cx="3748404" cy="7415530"/>
          </a:xfrm>
        </p:grpSpPr>
        <p:sp>
          <p:nvSpPr>
            <p:cNvPr id="20" name="object 20"/>
            <p:cNvSpPr/>
            <p:nvPr/>
          </p:nvSpPr>
          <p:spPr>
            <a:xfrm>
              <a:off x="12450242" y="1471475"/>
              <a:ext cx="3596004" cy="7342505"/>
            </a:xfrm>
            <a:custGeom>
              <a:avLst/>
              <a:gdLst/>
              <a:ahLst/>
              <a:cxnLst/>
              <a:rect l="l" t="t" r="r" b="b"/>
              <a:pathLst>
                <a:path w="3596005" h="7342505">
                  <a:moveTo>
                    <a:pt x="3088788" y="7342231"/>
                  </a:moveTo>
                  <a:lnTo>
                    <a:pt x="506926" y="7342231"/>
                  </a:lnTo>
                  <a:lnTo>
                    <a:pt x="458130" y="7339909"/>
                  </a:lnTo>
                  <a:lnTo>
                    <a:pt x="410641" y="7333085"/>
                  </a:lnTo>
                  <a:lnTo>
                    <a:pt x="364673" y="7321971"/>
                  </a:lnTo>
                  <a:lnTo>
                    <a:pt x="320437" y="7306781"/>
                  </a:lnTo>
                  <a:lnTo>
                    <a:pt x="278148" y="7287728"/>
                  </a:lnTo>
                  <a:lnTo>
                    <a:pt x="238017" y="7265025"/>
                  </a:lnTo>
                  <a:lnTo>
                    <a:pt x="200258" y="7238885"/>
                  </a:lnTo>
                  <a:lnTo>
                    <a:pt x="165085" y="7209521"/>
                  </a:lnTo>
                  <a:lnTo>
                    <a:pt x="132710" y="7177146"/>
                  </a:lnTo>
                  <a:lnTo>
                    <a:pt x="103345" y="7141972"/>
                  </a:lnTo>
                  <a:lnTo>
                    <a:pt x="77205" y="7104214"/>
                  </a:lnTo>
                  <a:lnTo>
                    <a:pt x="54502" y="7064083"/>
                  </a:lnTo>
                  <a:lnTo>
                    <a:pt x="35449" y="7021794"/>
                  </a:lnTo>
                  <a:lnTo>
                    <a:pt x="20259" y="6977558"/>
                  </a:lnTo>
                  <a:lnTo>
                    <a:pt x="9146" y="6931590"/>
                  </a:lnTo>
                  <a:lnTo>
                    <a:pt x="2322" y="6884102"/>
                  </a:lnTo>
                  <a:lnTo>
                    <a:pt x="0" y="6835306"/>
                  </a:lnTo>
                  <a:lnTo>
                    <a:pt x="0" y="506924"/>
                  </a:lnTo>
                  <a:lnTo>
                    <a:pt x="2322" y="458129"/>
                  </a:lnTo>
                  <a:lnTo>
                    <a:pt x="9146" y="410640"/>
                  </a:lnTo>
                  <a:lnTo>
                    <a:pt x="20259" y="364672"/>
                  </a:lnTo>
                  <a:lnTo>
                    <a:pt x="35449" y="320436"/>
                  </a:lnTo>
                  <a:lnTo>
                    <a:pt x="54502" y="278147"/>
                  </a:lnTo>
                  <a:lnTo>
                    <a:pt x="77205" y="238016"/>
                  </a:lnTo>
                  <a:lnTo>
                    <a:pt x="103345" y="200258"/>
                  </a:lnTo>
                  <a:lnTo>
                    <a:pt x="132710" y="165085"/>
                  </a:lnTo>
                  <a:lnTo>
                    <a:pt x="165085" y="132709"/>
                  </a:lnTo>
                  <a:lnTo>
                    <a:pt x="200258" y="103345"/>
                  </a:lnTo>
                  <a:lnTo>
                    <a:pt x="238017" y="77205"/>
                  </a:lnTo>
                  <a:lnTo>
                    <a:pt x="278148" y="54502"/>
                  </a:lnTo>
                  <a:lnTo>
                    <a:pt x="320437" y="35449"/>
                  </a:lnTo>
                  <a:lnTo>
                    <a:pt x="364673" y="20259"/>
                  </a:lnTo>
                  <a:lnTo>
                    <a:pt x="410641" y="9146"/>
                  </a:lnTo>
                  <a:lnTo>
                    <a:pt x="458130" y="2322"/>
                  </a:lnTo>
                  <a:lnTo>
                    <a:pt x="506926" y="0"/>
                  </a:lnTo>
                  <a:lnTo>
                    <a:pt x="3088788" y="0"/>
                  </a:lnTo>
                  <a:lnTo>
                    <a:pt x="3137584" y="2322"/>
                  </a:lnTo>
                  <a:lnTo>
                    <a:pt x="3185072" y="9146"/>
                  </a:lnTo>
                  <a:lnTo>
                    <a:pt x="3231040" y="20259"/>
                  </a:lnTo>
                  <a:lnTo>
                    <a:pt x="3275276" y="35449"/>
                  </a:lnTo>
                  <a:lnTo>
                    <a:pt x="3317565" y="54502"/>
                  </a:lnTo>
                  <a:lnTo>
                    <a:pt x="3357696" y="77205"/>
                  </a:lnTo>
                  <a:lnTo>
                    <a:pt x="3395454" y="103345"/>
                  </a:lnTo>
                  <a:lnTo>
                    <a:pt x="3430628" y="132709"/>
                  </a:lnTo>
                  <a:lnTo>
                    <a:pt x="3463003" y="165085"/>
                  </a:lnTo>
                  <a:lnTo>
                    <a:pt x="3481419" y="187144"/>
                  </a:lnTo>
                  <a:lnTo>
                    <a:pt x="488755" y="187144"/>
                  </a:lnTo>
                  <a:lnTo>
                    <a:pt x="440183" y="191074"/>
                  </a:lnTo>
                  <a:lnTo>
                    <a:pt x="394086" y="202449"/>
                  </a:lnTo>
                  <a:lnTo>
                    <a:pt x="351084" y="220650"/>
                  </a:lnTo>
                  <a:lnTo>
                    <a:pt x="311800" y="245053"/>
                  </a:lnTo>
                  <a:lnTo>
                    <a:pt x="276855" y="275038"/>
                  </a:lnTo>
                  <a:lnTo>
                    <a:pt x="246871" y="309983"/>
                  </a:lnTo>
                  <a:lnTo>
                    <a:pt x="222467" y="349267"/>
                  </a:lnTo>
                  <a:lnTo>
                    <a:pt x="204267" y="392268"/>
                  </a:lnTo>
                  <a:lnTo>
                    <a:pt x="193011" y="437880"/>
                  </a:lnTo>
                  <a:lnTo>
                    <a:pt x="188961" y="486938"/>
                  </a:lnTo>
                  <a:lnTo>
                    <a:pt x="188961" y="6864377"/>
                  </a:lnTo>
                  <a:lnTo>
                    <a:pt x="192892" y="6912949"/>
                  </a:lnTo>
                  <a:lnTo>
                    <a:pt x="204267" y="6959046"/>
                  </a:lnTo>
                  <a:lnTo>
                    <a:pt x="222467" y="7002048"/>
                  </a:lnTo>
                  <a:lnTo>
                    <a:pt x="246871" y="7041332"/>
                  </a:lnTo>
                  <a:lnTo>
                    <a:pt x="276855" y="7076277"/>
                  </a:lnTo>
                  <a:lnTo>
                    <a:pt x="311800" y="7106262"/>
                  </a:lnTo>
                  <a:lnTo>
                    <a:pt x="351084" y="7130665"/>
                  </a:lnTo>
                  <a:lnTo>
                    <a:pt x="394086" y="7148865"/>
                  </a:lnTo>
                  <a:lnTo>
                    <a:pt x="440183" y="7160241"/>
                  </a:lnTo>
                  <a:lnTo>
                    <a:pt x="488755" y="7164171"/>
                  </a:lnTo>
                  <a:lnTo>
                    <a:pt x="3473835" y="7164171"/>
                  </a:lnTo>
                  <a:lnTo>
                    <a:pt x="3463003" y="7177146"/>
                  </a:lnTo>
                  <a:lnTo>
                    <a:pt x="3430628" y="7209521"/>
                  </a:lnTo>
                  <a:lnTo>
                    <a:pt x="3395454" y="7238885"/>
                  </a:lnTo>
                  <a:lnTo>
                    <a:pt x="3357696" y="7265025"/>
                  </a:lnTo>
                  <a:lnTo>
                    <a:pt x="3317565" y="7287728"/>
                  </a:lnTo>
                  <a:lnTo>
                    <a:pt x="3275276" y="7306781"/>
                  </a:lnTo>
                  <a:lnTo>
                    <a:pt x="3231040" y="7321971"/>
                  </a:lnTo>
                  <a:lnTo>
                    <a:pt x="3185072" y="7333085"/>
                  </a:lnTo>
                  <a:lnTo>
                    <a:pt x="3137584" y="7339909"/>
                  </a:lnTo>
                  <a:lnTo>
                    <a:pt x="3088788" y="7342231"/>
                  </a:lnTo>
                  <a:close/>
                </a:path>
                <a:path w="3596005" h="7342505">
                  <a:moveTo>
                    <a:pt x="2550976" y="437880"/>
                  </a:moveTo>
                  <a:lnTo>
                    <a:pt x="1048371" y="437880"/>
                  </a:lnTo>
                  <a:lnTo>
                    <a:pt x="1003680" y="431799"/>
                  </a:lnTo>
                  <a:lnTo>
                    <a:pt x="963379" y="414664"/>
                  </a:lnTo>
                  <a:lnTo>
                    <a:pt x="929135" y="388142"/>
                  </a:lnTo>
                  <a:lnTo>
                    <a:pt x="902612" y="353898"/>
                  </a:lnTo>
                  <a:lnTo>
                    <a:pt x="885478" y="313597"/>
                  </a:lnTo>
                  <a:lnTo>
                    <a:pt x="879396" y="268906"/>
                  </a:lnTo>
                  <a:lnTo>
                    <a:pt x="879396" y="187144"/>
                  </a:lnTo>
                  <a:lnTo>
                    <a:pt x="2719951" y="187144"/>
                  </a:lnTo>
                  <a:lnTo>
                    <a:pt x="2719951" y="232567"/>
                  </a:lnTo>
                  <a:lnTo>
                    <a:pt x="2229379" y="232567"/>
                  </a:lnTo>
                  <a:lnTo>
                    <a:pt x="2212316" y="236087"/>
                  </a:lnTo>
                  <a:lnTo>
                    <a:pt x="2197809" y="245740"/>
                  </a:lnTo>
                  <a:lnTo>
                    <a:pt x="2196857" y="247103"/>
                  </a:lnTo>
                  <a:lnTo>
                    <a:pt x="1558930" y="247103"/>
                  </a:lnTo>
                  <a:lnTo>
                    <a:pt x="1547205" y="249374"/>
                  </a:lnTo>
                  <a:lnTo>
                    <a:pt x="1537353" y="255733"/>
                  </a:lnTo>
                  <a:lnTo>
                    <a:pt x="1530568" y="265499"/>
                  </a:lnTo>
                  <a:lnTo>
                    <a:pt x="1528041" y="277990"/>
                  </a:lnTo>
                  <a:lnTo>
                    <a:pt x="1530568" y="290482"/>
                  </a:lnTo>
                  <a:lnTo>
                    <a:pt x="1537353" y="300248"/>
                  </a:lnTo>
                  <a:lnTo>
                    <a:pt x="1547205" y="306607"/>
                  </a:lnTo>
                  <a:lnTo>
                    <a:pt x="1558930" y="308878"/>
                  </a:lnTo>
                  <a:lnTo>
                    <a:pt x="2196216" y="308878"/>
                  </a:lnTo>
                  <a:lnTo>
                    <a:pt x="2197128" y="310241"/>
                  </a:lnTo>
                  <a:lnTo>
                    <a:pt x="2211550" y="319894"/>
                  </a:lnTo>
                  <a:lnTo>
                    <a:pt x="2229379" y="323414"/>
                  </a:lnTo>
                  <a:lnTo>
                    <a:pt x="2709695" y="323414"/>
                  </a:lnTo>
                  <a:lnTo>
                    <a:pt x="2696734" y="353898"/>
                  </a:lnTo>
                  <a:lnTo>
                    <a:pt x="2670212" y="388142"/>
                  </a:lnTo>
                  <a:lnTo>
                    <a:pt x="2635968" y="414664"/>
                  </a:lnTo>
                  <a:lnTo>
                    <a:pt x="2595667" y="431799"/>
                  </a:lnTo>
                  <a:lnTo>
                    <a:pt x="2550976" y="437880"/>
                  </a:lnTo>
                  <a:close/>
                </a:path>
                <a:path w="3596005" h="7342505">
                  <a:moveTo>
                    <a:pt x="3473835" y="7164171"/>
                  </a:moveTo>
                  <a:lnTo>
                    <a:pt x="3110592" y="7164171"/>
                  </a:lnTo>
                  <a:lnTo>
                    <a:pt x="3159163" y="7160241"/>
                  </a:lnTo>
                  <a:lnTo>
                    <a:pt x="3205261" y="7148865"/>
                  </a:lnTo>
                  <a:lnTo>
                    <a:pt x="3248262" y="7130665"/>
                  </a:lnTo>
                  <a:lnTo>
                    <a:pt x="3287546" y="7106262"/>
                  </a:lnTo>
                  <a:lnTo>
                    <a:pt x="3322491" y="7076277"/>
                  </a:lnTo>
                  <a:lnTo>
                    <a:pt x="3352476" y="7041332"/>
                  </a:lnTo>
                  <a:lnTo>
                    <a:pt x="3376879" y="7002048"/>
                  </a:lnTo>
                  <a:lnTo>
                    <a:pt x="3395079" y="6959046"/>
                  </a:lnTo>
                  <a:lnTo>
                    <a:pt x="3406455" y="6912949"/>
                  </a:lnTo>
                  <a:lnTo>
                    <a:pt x="3410385" y="6864377"/>
                  </a:lnTo>
                  <a:lnTo>
                    <a:pt x="3408569" y="6864377"/>
                  </a:lnTo>
                  <a:lnTo>
                    <a:pt x="3408569" y="486938"/>
                  </a:lnTo>
                  <a:lnTo>
                    <a:pt x="3404639" y="438366"/>
                  </a:lnTo>
                  <a:lnTo>
                    <a:pt x="3393264" y="392268"/>
                  </a:lnTo>
                  <a:lnTo>
                    <a:pt x="3375063" y="349267"/>
                  </a:lnTo>
                  <a:lnTo>
                    <a:pt x="3350660" y="309983"/>
                  </a:lnTo>
                  <a:lnTo>
                    <a:pt x="3320675" y="275038"/>
                  </a:lnTo>
                  <a:lnTo>
                    <a:pt x="3285730" y="245053"/>
                  </a:lnTo>
                  <a:lnTo>
                    <a:pt x="3246445" y="220650"/>
                  </a:lnTo>
                  <a:lnTo>
                    <a:pt x="3203444" y="202449"/>
                  </a:lnTo>
                  <a:lnTo>
                    <a:pt x="3157347" y="191074"/>
                  </a:lnTo>
                  <a:lnTo>
                    <a:pt x="3108775" y="187144"/>
                  </a:lnTo>
                  <a:lnTo>
                    <a:pt x="3481419" y="187144"/>
                  </a:lnTo>
                  <a:lnTo>
                    <a:pt x="3518508" y="238016"/>
                  </a:lnTo>
                  <a:lnTo>
                    <a:pt x="3541122" y="277990"/>
                  </a:lnTo>
                  <a:lnTo>
                    <a:pt x="3560264" y="320436"/>
                  </a:lnTo>
                  <a:lnTo>
                    <a:pt x="3575453" y="364672"/>
                  </a:lnTo>
                  <a:lnTo>
                    <a:pt x="3586567" y="410640"/>
                  </a:lnTo>
                  <a:lnTo>
                    <a:pt x="3593391" y="458129"/>
                  </a:lnTo>
                  <a:lnTo>
                    <a:pt x="3595713" y="506924"/>
                  </a:lnTo>
                  <a:lnTo>
                    <a:pt x="3595713" y="6835306"/>
                  </a:lnTo>
                  <a:lnTo>
                    <a:pt x="3593391" y="6884102"/>
                  </a:lnTo>
                  <a:lnTo>
                    <a:pt x="3586567" y="6931590"/>
                  </a:lnTo>
                  <a:lnTo>
                    <a:pt x="3575453" y="6977558"/>
                  </a:lnTo>
                  <a:lnTo>
                    <a:pt x="3560264" y="7021794"/>
                  </a:lnTo>
                  <a:lnTo>
                    <a:pt x="3541211" y="7064083"/>
                  </a:lnTo>
                  <a:lnTo>
                    <a:pt x="3518508" y="7104214"/>
                  </a:lnTo>
                  <a:lnTo>
                    <a:pt x="3492367" y="7141972"/>
                  </a:lnTo>
                  <a:lnTo>
                    <a:pt x="3473835" y="7164171"/>
                  </a:lnTo>
                  <a:close/>
                </a:path>
                <a:path w="3596005" h="7342505">
                  <a:moveTo>
                    <a:pt x="2709695" y="323414"/>
                  </a:moveTo>
                  <a:lnTo>
                    <a:pt x="2229379" y="323414"/>
                  </a:lnTo>
                  <a:lnTo>
                    <a:pt x="2247207" y="319894"/>
                  </a:lnTo>
                  <a:lnTo>
                    <a:pt x="2261629" y="310241"/>
                  </a:lnTo>
                  <a:lnTo>
                    <a:pt x="2271282" y="295819"/>
                  </a:lnTo>
                  <a:lnTo>
                    <a:pt x="2274772" y="278147"/>
                  </a:lnTo>
                  <a:lnTo>
                    <a:pt x="2274803" y="277990"/>
                  </a:lnTo>
                  <a:lnTo>
                    <a:pt x="2271282" y="260162"/>
                  </a:lnTo>
                  <a:lnTo>
                    <a:pt x="2261629" y="245740"/>
                  </a:lnTo>
                  <a:lnTo>
                    <a:pt x="2247207" y="236087"/>
                  </a:lnTo>
                  <a:lnTo>
                    <a:pt x="2229379" y="232567"/>
                  </a:lnTo>
                  <a:lnTo>
                    <a:pt x="2719951" y="232567"/>
                  </a:lnTo>
                  <a:lnTo>
                    <a:pt x="2719951" y="268906"/>
                  </a:lnTo>
                  <a:lnTo>
                    <a:pt x="2713869" y="313597"/>
                  </a:lnTo>
                  <a:lnTo>
                    <a:pt x="2709695" y="323414"/>
                  </a:lnTo>
                  <a:close/>
                </a:path>
                <a:path w="3596005" h="7342505">
                  <a:moveTo>
                    <a:pt x="2196216" y="308878"/>
                  </a:moveTo>
                  <a:lnTo>
                    <a:pt x="1994994" y="308878"/>
                  </a:lnTo>
                  <a:lnTo>
                    <a:pt x="2006718" y="306607"/>
                  </a:lnTo>
                  <a:lnTo>
                    <a:pt x="2016570" y="300248"/>
                  </a:lnTo>
                  <a:lnTo>
                    <a:pt x="2023355" y="290482"/>
                  </a:lnTo>
                  <a:lnTo>
                    <a:pt x="2025850" y="278147"/>
                  </a:lnTo>
                  <a:lnTo>
                    <a:pt x="2025882" y="277990"/>
                  </a:lnTo>
                  <a:lnTo>
                    <a:pt x="2023355" y="265499"/>
                  </a:lnTo>
                  <a:lnTo>
                    <a:pt x="2016570" y="255733"/>
                  </a:lnTo>
                  <a:lnTo>
                    <a:pt x="2006718" y="249374"/>
                  </a:lnTo>
                  <a:lnTo>
                    <a:pt x="1994994" y="247103"/>
                  </a:lnTo>
                  <a:lnTo>
                    <a:pt x="2196857" y="247103"/>
                  </a:lnTo>
                  <a:lnTo>
                    <a:pt x="2187731" y="260162"/>
                  </a:lnTo>
                  <a:lnTo>
                    <a:pt x="2183955" y="277990"/>
                  </a:lnTo>
                  <a:lnTo>
                    <a:pt x="2187475" y="295819"/>
                  </a:lnTo>
                  <a:lnTo>
                    <a:pt x="2196216" y="308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39204" y="1658620"/>
              <a:ext cx="3219607" cy="697702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3978284" y="1718578"/>
              <a:ext cx="497840" cy="62230"/>
            </a:xfrm>
            <a:custGeom>
              <a:avLst/>
              <a:gdLst/>
              <a:ahLst/>
              <a:cxnLst/>
              <a:rect l="l" t="t" r="r" b="b"/>
              <a:pathLst>
                <a:path w="497840" h="62230">
                  <a:moveTo>
                    <a:pt x="466952" y="61775"/>
                  </a:moveTo>
                  <a:lnTo>
                    <a:pt x="30889" y="61775"/>
                  </a:lnTo>
                  <a:lnTo>
                    <a:pt x="19163" y="59504"/>
                  </a:lnTo>
                  <a:lnTo>
                    <a:pt x="9312" y="53145"/>
                  </a:lnTo>
                  <a:lnTo>
                    <a:pt x="2526" y="43379"/>
                  </a:lnTo>
                  <a:lnTo>
                    <a:pt x="0" y="30887"/>
                  </a:lnTo>
                  <a:lnTo>
                    <a:pt x="2526" y="18396"/>
                  </a:lnTo>
                  <a:lnTo>
                    <a:pt x="9312" y="8630"/>
                  </a:lnTo>
                  <a:lnTo>
                    <a:pt x="19163" y="2271"/>
                  </a:lnTo>
                  <a:lnTo>
                    <a:pt x="30889" y="0"/>
                  </a:lnTo>
                  <a:lnTo>
                    <a:pt x="466952" y="0"/>
                  </a:lnTo>
                  <a:lnTo>
                    <a:pt x="478677" y="2271"/>
                  </a:lnTo>
                  <a:lnTo>
                    <a:pt x="488528" y="8630"/>
                  </a:lnTo>
                  <a:lnTo>
                    <a:pt x="495313" y="18396"/>
                  </a:lnTo>
                  <a:lnTo>
                    <a:pt x="497840" y="30887"/>
                  </a:lnTo>
                  <a:lnTo>
                    <a:pt x="495313" y="43379"/>
                  </a:lnTo>
                  <a:lnTo>
                    <a:pt x="488528" y="53145"/>
                  </a:lnTo>
                  <a:lnTo>
                    <a:pt x="478677" y="59504"/>
                  </a:lnTo>
                  <a:lnTo>
                    <a:pt x="466952" y="6177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34198" y="1704043"/>
              <a:ext cx="90847" cy="9084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2373927" y="2416288"/>
              <a:ext cx="3748404" cy="1755775"/>
            </a:xfrm>
            <a:custGeom>
              <a:avLst/>
              <a:gdLst/>
              <a:ahLst/>
              <a:cxnLst/>
              <a:rect l="l" t="t" r="r" b="b"/>
              <a:pathLst>
                <a:path w="3748405" h="1755775">
                  <a:moveTo>
                    <a:pt x="39966" y="1202804"/>
                  </a:moveTo>
                  <a:lnTo>
                    <a:pt x="24523" y="1205992"/>
                  </a:lnTo>
                  <a:lnTo>
                    <a:pt x="11811" y="1214615"/>
                  </a:lnTo>
                  <a:lnTo>
                    <a:pt x="3175" y="1227340"/>
                  </a:lnTo>
                  <a:lnTo>
                    <a:pt x="0" y="1242783"/>
                  </a:lnTo>
                  <a:lnTo>
                    <a:pt x="0" y="1715185"/>
                  </a:lnTo>
                  <a:lnTo>
                    <a:pt x="3175" y="1730629"/>
                  </a:lnTo>
                  <a:lnTo>
                    <a:pt x="11811" y="1743341"/>
                  </a:lnTo>
                  <a:lnTo>
                    <a:pt x="24523" y="1751977"/>
                  </a:lnTo>
                  <a:lnTo>
                    <a:pt x="39966" y="1755152"/>
                  </a:lnTo>
                  <a:lnTo>
                    <a:pt x="39966" y="1202804"/>
                  </a:lnTo>
                  <a:close/>
                </a:path>
                <a:path w="3748405" h="1755775">
                  <a:moveTo>
                    <a:pt x="39966" y="532358"/>
                  </a:moveTo>
                  <a:lnTo>
                    <a:pt x="24523" y="535254"/>
                  </a:lnTo>
                  <a:lnTo>
                    <a:pt x="11811" y="543267"/>
                  </a:lnTo>
                  <a:lnTo>
                    <a:pt x="3175" y="555358"/>
                  </a:lnTo>
                  <a:lnTo>
                    <a:pt x="0" y="570522"/>
                  </a:lnTo>
                  <a:lnTo>
                    <a:pt x="0" y="1042924"/>
                  </a:lnTo>
                  <a:lnTo>
                    <a:pt x="3175" y="1058367"/>
                  </a:lnTo>
                  <a:lnTo>
                    <a:pt x="11811" y="1071079"/>
                  </a:lnTo>
                  <a:lnTo>
                    <a:pt x="24523" y="1079715"/>
                  </a:lnTo>
                  <a:lnTo>
                    <a:pt x="39966" y="1082890"/>
                  </a:lnTo>
                  <a:lnTo>
                    <a:pt x="39966" y="532358"/>
                  </a:lnTo>
                  <a:close/>
                </a:path>
                <a:path w="3748405" h="1755775">
                  <a:moveTo>
                    <a:pt x="39966" y="0"/>
                  </a:moveTo>
                  <a:lnTo>
                    <a:pt x="24523" y="2895"/>
                  </a:lnTo>
                  <a:lnTo>
                    <a:pt x="11811" y="10896"/>
                  </a:lnTo>
                  <a:lnTo>
                    <a:pt x="3175" y="22999"/>
                  </a:lnTo>
                  <a:lnTo>
                    <a:pt x="0" y="38150"/>
                  </a:lnTo>
                  <a:lnTo>
                    <a:pt x="0" y="265277"/>
                  </a:lnTo>
                  <a:lnTo>
                    <a:pt x="3175" y="280720"/>
                  </a:lnTo>
                  <a:lnTo>
                    <a:pt x="11811" y="293433"/>
                  </a:lnTo>
                  <a:lnTo>
                    <a:pt x="24523" y="302069"/>
                  </a:lnTo>
                  <a:lnTo>
                    <a:pt x="39966" y="305244"/>
                  </a:lnTo>
                  <a:lnTo>
                    <a:pt x="39966" y="0"/>
                  </a:lnTo>
                  <a:close/>
                </a:path>
                <a:path w="3748405" h="1755775">
                  <a:moveTo>
                    <a:pt x="3748328" y="754024"/>
                  </a:moveTo>
                  <a:lnTo>
                    <a:pt x="3745153" y="738581"/>
                  </a:lnTo>
                  <a:lnTo>
                    <a:pt x="3736517" y="725868"/>
                  </a:lnTo>
                  <a:lnTo>
                    <a:pt x="3723805" y="717232"/>
                  </a:lnTo>
                  <a:lnTo>
                    <a:pt x="3708362" y="714057"/>
                  </a:lnTo>
                  <a:lnTo>
                    <a:pt x="3708362" y="1598904"/>
                  </a:lnTo>
                  <a:lnTo>
                    <a:pt x="3723805" y="1595716"/>
                  </a:lnTo>
                  <a:lnTo>
                    <a:pt x="3736517" y="1587093"/>
                  </a:lnTo>
                  <a:lnTo>
                    <a:pt x="3745153" y="1574368"/>
                  </a:lnTo>
                  <a:lnTo>
                    <a:pt x="3748328" y="1558925"/>
                  </a:lnTo>
                  <a:lnTo>
                    <a:pt x="3748328" y="754024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2413904" y="1435136"/>
              <a:ext cx="3668395" cy="7415530"/>
            </a:xfrm>
            <a:custGeom>
              <a:avLst/>
              <a:gdLst/>
              <a:ahLst/>
              <a:cxnLst/>
              <a:rect l="l" t="t" r="r" b="b"/>
              <a:pathLst>
                <a:path w="3668394" h="7415530">
                  <a:moveTo>
                    <a:pt x="3125127" y="7414908"/>
                  </a:moveTo>
                  <a:lnTo>
                    <a:pt x="543264" y="7414908"/>
                  </a:lnTo>
                  <a:lnTo>
                    <a:pt x="496423" y="7412912"/>
                  </a:lnTo>
                  <a:lnTo>
                    <a:pt x="450683" y="7407033"/>
                  </a:lnTo>
                  <a:lnTo>
                    <a:pt x="406205" y="7397435"/>
                  </a:lnTo>
                  <a:lnTo>
                    <a:pt x="363155" y="7384281"/>
                  </a:lnTo>
                  <a:lnTo>
                    <a:pt x="321696" y="7367736"/>
                  </a:lnTo>
                  <a:lnTo>
                    <a:pt x="281992" y="7347963"/>
                  </a:lnTo>
                  <a:lnTo>
                    <a:pt x="244206" y="7325125"/>
                  </a:lnTo>
                  <a:lnTo>
                    <a:pt x="208502" y="7299387"/>
                  </a:lnTo>
                  <a:lnTo>
                    <a:pt x="175044" y="7270912"/>
                  </a:lnTo>
                  <a:lnTo>
                    <a:pt x="143996" y="7239863"/>
                  </a:lnTo>
                  <a:lnTo>
                    <a:pt x="115521" y="7206406"/>
                  </a:lnTo>
                  <a:lnTo>
                    <a:pt x="89782" y="7170702"/>
                  </a:lnTo>
                  <a:lnTo>
                    <a:pt x="66945" y="7132916"/>
                  </a:lnTo>
                  <a:lnTo>
                    <a:pt x="47171" y="7093212"/>
                  </a:lnTo>
                  <a:lnTo>
                    <a:pt x="30626" y="7051753"/>
                  </a:lnTo>
                  <a:lnTo>
                    <a:pt x="17472" y="7008703"/>
                  </a:lnTo>
                  <a:lnTo>
                    <a:pt x="7874" y="6964226"/>
                  </a:lnTo>
                  <a:lnTo>
                    <a:pt x="1996" y="6918485"/>
                  </a:lnTo>
                  <a:lnTo>
                    <a:pt x="77" y="6873461"/>
                  </a:lnTo>
                  <a:lnTo>
                    <a:pt x="0" y="543263"/>
                  </a:lnTo>
                  <a:lnTo>
                    <a:pt x="681" y="515753"/>
                  </a:lnTo>
                  <a:lnTo>
                    <a:pt x="6132" y="460734"/>
                  </a:lnTo>
                  <a:lnTo>
                    <a:pt x="13655" y="420904"/>
                  </a:lnTo>
                  <a:lnTo>
                    <a:pt x="23620" y="381556"/>
                  </a:lnTo>
                  <a:lnTo>
                    <a:pt x="37701" y="344309"/>
                  </a:lnTo>
                  <a:lnTo>
                    <a:pt x="54508" y="307061"/>
                  </a:lnTo>
                  <a:lnTo>
                    <a:pt x="73160" y="272824"/>
                  </a:lnTo>
                  <a:lnTo>
                    <a:pt x="93799" y="239835"/>
                  </a:lnTo>
                  <a:lnTo>
                    <a:pt x="120542" y="202020"/>
                  </a:lnTo>
                  <a:lnTo>
                    <a:pt x="146320" y="172040"/>
                  </a:lnTo>
                  <a:lnTo>
                    <a:pt x="169429" y="149613"/>
                  </a:lnTo>
                  <a:lnTo>
                    <a:pt x="188507" y="132011"/>
                  </a:lnTo>
                  <a:lnTo>
                    <a:pt x="234118" y="96333"/>
                  </a:lnTo>
                  <a:lnTo>
                    <a:pt x="272682" y="72052"/>
                  </a:lnTo>
                  <a:lnTo>
                    <a:pt x="313503" y="50923"/>
                  </a:lnTo>
                  <a:lnTo>
                    <a:pt x="356346" y="33159"/>
                  </a:lnTo>
                  <a:lnTo>
                    <a:pt x="400978" y="18971"/>
                  </a:lnTo>
                  <a:lnTo>
                    <a:pt x="447165" y="8573"/>
                  </a:lnTo>
                  <a:lnTo>
                    <a:pt x="495225" y="2104"/>
                  </a:lnTo>
                  <a:lnTo>
                    <a:pt x="496333" y="2104"/>
                  </a:lnTo>
                  <a:lnTo>
                    <a:pt x="543264" y="0"/>
                  </a:lnTo>
                  <a:lnTo>
                    <a:pt x="3126944" y="0"/>
                  </a:lnTo>
                  <a:lnTo>
                    <a:pt x="3175462" y="2104"/>
                  </a:lnTo>
                  <a:lnTo>
                    <a:pt x="3222787" y="8318"/>
                  </a:lnTo>
                  <a:lnTo>
                    <a:pt x="3268750" y="18492"/>
                  </a:lnTo>
                  <a:lnTo>
                    <a:pt x="3313179" y="32477"/>
                  </a:lnTo>
                  <a:lnTo>
                    <a:pt x="3322527" y="36338"/>
                  </a:lnTo>
                  <a:lnTo>
                    <a:pt x="543264" y="36338"/>
                  </a:lnTo>
                  <a:lnTo>
                    <a:pt x="494469" y="38661"/>
                  </a:lnTo>
                  <a:lnTo>
                    <a:pt x="446980" y="45488"/>
                  </a:lnTo>
                  <a:lnTo>
                    <a:pt x="401011" y="56608"/>
                  </a:lnTo>
                  <a:lnTo>
                    <a:pt x="356776" y="71812"/>
                  </a:lnTo>
                  <a:lnTo>
                    <a:pt x="314486" y="90887"/>
                  </a:lnTo>
                  <a:lnTo>
                    <a:pt x="274356" y="113624"/>
                  </a:lnTo>
                  <a:lnTo>
                    <a:pt x="236597" y="139811"/>
                  </a:lnTo>
                  <a:lnTo>
                    <a:pt x="201424" y="169237"/>
                  </a:lnTo>
                  <a:lnTo>
                    <a:pt x="169048" y="201693"/>
                  </a:lnTo>
                  <a:lnTo>
                    <a:pt x="139684" y="236967"/>
                  </a:lnTo>
                  <a:lnTo>
                    <a:pt x="113544" y="274847"/>
                  </a:lnTo>
                  <a:lnTo>
                    <a:pt x="90841" y="315125"/>
                  </a:lnTo>
                  <a:lnTo>
                    <a:pt x="71788" y="357588"/>
                  </a:lnTo>
                  <a:lnTo>
                    <a:pt x="56598" y="402025"/>
                  </a:lnTo>
                  <a:lnTo>
                    <a:pt x="45485" y="448227"/>
                  </a:lnTo>
                  <a:lnTo>
                    <a:pt x="38660" y="495982"/>
                  </a:lnTo>
                  <a:lnTo>
                    <a:pt x="36424" y="543263"/>
                  </a:lnTo>
                  <a:lnTo>
                    <a:pt x="36338" y="6873461"/>
                  </a:lnTo>
                  <a:lnTo>
                    <a:pt x="38660" y="6922257"/>
                  </a:lnTo>
                  <a:lnTo>
                    <a:pt x="45485" y="6969745"/>
                  </a:lnTo>
                  <a:lnTo>
                    <a:pt x="56598" y="7015714"/>
                  </a:lnTo>
                  <a:lnTo>
                    <a:pt x="71788" y="7059949"/>
                  </a:lnTo>
                  <a:lnTo>
                    <a:pt x="90841" y="7102239"/>
                  </a:lnTo>
                  <a:lnTo>
                    <a:pt x="113544" y="7142369"/>
                  </a:lnTo>
                  <a:lnTo>
                    <a:pt x="139684" y="7180128"/>
                  </a:lnTo>
                  <a:lnTo>
                    <a:pt x="169048" y="7215301"/>
                  </a:lnTo>
                  <a:lnTo>
                    <a:pt x="201424" y="7247676"/>
                  </a:lnTo>
                  <a:lnTo>
                    <a:pt x="236597" y="7277041"/>
                  </a:lnTo>
                  <a:lnTo>
                    <a:pt x="274356" y="7303181"/>
                  </a:lnTo>
                  <a:lnTo>
                    <a:pt x="314486" y="7325884"/>
                  </a:lnTo>
                  <a:lnTo>
                    <a:pt x="356776" y="7344937"/>
                  </a:lnTo>
                  <a:lnTo>
                    <a:pt x="401011" y="7360126"/>
                  </a:lnTo>
                  <a:lnTo>
                    <a:pt x="446980" y="7371240"/>
                  </a:lnTo>
                  <a:lnTo>
                    <a:pt x="494469" y="7378064"/>
                  </a:lnTo>
                  <a:lnTo>
                    <a:pt x="543264" y="7380386"/>
                  </a:lnTo>
                  <a:lnTo>
                    <a:pt x="3314995" y="7380386"/>
                  </a:lnTo>
                  <a:lnTo>
                    <a:pt x="3305235" y="7384281"/>
                  </a:lnTo>
                  <a:lnTo>
                    <a:pt x="3262185" y="7397435"/>
                  </a:lnTo>
                  <a:lnTo>
                    <a:pt x="3217708" y="7407033"/>
                  </a:lnTo>
                  <a:lnTo>
                    <a:pt x="3171967" y="7412912"/>
                  </a:lnTo>
                  <a:lnTo>
                    <a:pt x="3125127" y="7414908"/>
                  </a:lnTo>
                  <a:close/>
                </a:path>
                <a:path w="3668394" h="7415530">
                  <a:moveTo>
                    <a:pt x="3314995" y="7380386"/>
                  </a:moveTo>
                  <a:lnTo>
                    <a:pt x="3125127" y="7380386"/>
                  </a:lnTo>
                  <a:lnTo>
                    <a:pt x="3173922" y="7378064"/>
                  </a:lnTo>
                  <a:lnTo>
                    <a:pt x="3221411" y="7371240"/>
                  </a:lnTo>
                  <a:lnTo>
                    <a:pt x="3267379" y="7360126"/>
                  </a:lnTo>
                  <a:lnTo>
                    <a:pt x="3311614" y="7344937"/>
                  </a:lnTo>
                  <a:lnTo>
                    <a:pt x="3353904" y="7325884"/>
                  </a:lnTo>
                  <a:lnTo>
                    <a:pt x="3394034" y="7303181"/>
                  </a:lnTo>
                  <a:lnTo>
                    <a:pt x="3431793" y="7277041"/>
                  </a:lnTo>
                  <a:lnTo>
                    <a:pt x="3466966" y="7247676"/>
                  </a:lnTo>
                  <a:lnTo>
                    <a:pt x="3499342" y="7215301"/>
                  </a:lnTo>
                  <a:lnTo>
                    <a:pt x="3528706" y="7180128"/>
                  </a:lnTo>
                  <a:lnTo>
                    <a:pt x="3554846" y="7142369"/>
                  </a:lnTo>
                  <a:lnTo>
                    <a:pt x="3577549" y="7102239"/>
                  </a:lnTo>
                  <a:lnTo>
                    <a:pt x="3596602" y="7059949"/>
                  </a:lnTo>
                  <a:lnTo>
                    <a:pt x="3611792" y="7015714"/>
                  </a:lnTo>
                  <a:lnTo>
                    <a:pt x="3622905" y="6969745"/>
                  </a:lnTo>
                  <a:lnTo>
                    <a:pt x="3629730" y="6922257"/>
                  </a:lnTo>
                  <a:lnTo>
                    <a:pt x="3632052" y="6873461"/>
                  </a:lnTo>
                  <a:lnTo>
                    <a:pt x="3632052" y="543263"/>
                  </a:lnTo>
                  <a:lnTo>
                    <a:pt x="3629802" y="495982"/>
                  </a:lnTo>
                  <a:lnTo>
                    <a:pt x="3622905" y="446979"/>
                  </a:lnTo>
                  <a:lnTo>
                    <a:pt x="3611792" y="401011"/>
                  </a:lnTo>
                  <a:lnTo>
                    <a:pt x="3596602" y="356775"/>
                  </a:lnTo>
                  <a:lnTo>
                    <a:pt x="3577549" y="314486"/>
                  </a:lnTo>
                  <a:lnTo>
                    <a:pt x="3554846" y="274355"/>
                  </a:lnTo>
                  <a:lnTo>
                    <a:pt x="3528706" y="236597"/>
                  </a:lnTo>
                  <a:lnTo>
                    <a:pt x="3499342" y="201423"/>
                  </a:lnTo>
                  <a:lnTo>
                    <a:pt x="3466966" y="169048"/>
                  </a:lnTo>
                  <a:lnTo>
                    <a:pt x="3431945" y="139811"/>
                  </a:lnTo>
                  <a:lnTo>
                    <a:pt x="3394150" y="113624"/>
                  </a:lnTo>
                  <a:lnTo>
                    <a:pt x="3353986" y="90887"/>
                  </a:lnTo>
                  <a:lnTo>
                    <a:pt x="3311667" y="71812"/>
                  </a:lnTo>
                  <a:lnTo>
                    <a:pt x="3267408" y="56608"/>
                  </a:lnTo>
                  <a:lnTo>
                    <a:pt x="3221423" y="45488"/>
                  </a:lnTo>
                  <a:lnTo>
                    <a:pt x="3173925" y="38661"/>
                  </a:lnTo>
                  <a:lnTo>
                    <a:pt x="3125127" y="36338"/>
                  </a:lnTo>
                  <a:lnTo>
                    <a:pt x="3322527" y="36338"/>
                  </a:lnTo>
                  <a:lnTo>
                    <a:pt x="3396759" y="71286"/>
                  </a:lnTo>
                  <a:lnTo>
                    <a:pt x="3435567" y="95811"/>
                  </a:lnTo>
                  <a:lnTo>
                    <a:pt x="3472161" y="123551"/>
                  </a:lnTo>
                  <a:lnTo>
                    <a:pt x="3500778" y="148846"/>
                  </a:lnTo>
                  <a:lnTo>
                    <a:pt x="3536435" y="187371"/>
                  </a:lnTo>
                  <a:lnTo>
                    <a:pt x="3561190" y="218032"/>
                  </a:lnTo>
                  <a:lnTo>
                    <a:pt x="3583421" y="250736"/>
                  </a:lnTo>
                  <a:lnTo>
                    <a:pt x="3603662" y="283668"/>
                  </a:lnTo>
                  <a:lnTo>
                    <a:pt x="3623818" y="325089"/>
                  </a:lnTo>
                  <a:lnTo>
                    <a:pt x="3638694" y="362506"/>
                  </a:lnTo>
                  <a:lnTo>
                    <a:pt x="3651811" y="407901"/>
                  </a:lnTo>
                  <a:lnTo>
                    <a:pt x="3662258" y="460479"/>
                  </a:lnTo>
                  <a:lnTo>
                    <a:pt x="3667709" y="514987"/>
                  </a:lnTo>
                  <a:lnTo>
                    <a:pt x="3668390" y="543263"/>
                  </a:lnTo>
                  <a:lnTo>
                    <a:pt x="3668312" y="6873461"/>
                  </a:lnTo>
                  <a:lnTo>
                    <a:pt x="3666394" y="6918485"/>
                  </a:lnTo>
                  <a:lnTo>
                    <a:pt x="3660515" y="6964226"/>
                  </a:lnTo>
                  <a:lnTo>
                    <a:pt x="3650917" y="7008703"/>
                  </a:lnTo>
                  <a:lnTo>
                    <a:pt x="3637763" y="7051753"/>
                  </a:lnTo>
                  <a:lnTo>
                    <a:pt x="3621218" y="7093212"/>
                  </a:lnTo>
                  <a:lnTo>
                    <a:pt x="3601445" y="7132916"/>
                  </a:lnTo>
                  <a:lnTo>
                    <a:pt x="3578607" y="7170702"/>
                  </a:lnTo>
                  <a:lnTo>
                    <a:pt x="3552869" y="7206406"/>
                  </a:lnTo>
                  <a:lnTo>
                    <a:pt x="3524394" y="7239863"/>
                  </a:lnTo>
                  <a:lnTo>
                    <a:pt x="3493345" y="7270912"/>
                  </a:lnTo>
                  <a:lnTo>
                    <a:pt x="3459887" y="7299387"/>
                  </a:lnTo>
                  <a:lnTo>
                    <a:pt x="3424184" y="7325125"/>
                  </a:lnTo>
                  <a:lnTo>
                    <a:pt x="3386398" y="7347963"/>
                  </a:lnTo>
                  <a:lnTo>
                    <a:pt x="3346694" y="7367736"/>
                  </a:lnTo>
                  <a:lnTo>
                    <a:pt x="3314995" y="7380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2515181" y="1384679"/>
            <a:ext cx="2771140" cy="56134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none" cap="small" sz="3500" spc="-254"/>
              <a:t>2</a:t>
            </a:r>
            <a:r>
              <a:rPr dirty="0" u="none" sz="3500" spc="-270"/>
              <a:t> </a:t>
            </a:r>
            <a:r>
              <a:rPr dirty="0" u="none" sz="3500" spc="130"/>
              <a:t>.</a:t>
            </a:r>
            <a:r>
              <a:rPr dirty="0" u="none" sz="3500" spc="275"/>
              <a:t> </a:t>
            </a:r>
            <a:r>
              <a:rPr dirty="0" sz="3200" spc="75"/>
              <a:t>P</a:t>
            </a:r>
            <a:r>
              <a:rPr dirty="0" sz="3200" spc="-245"/>
              <a:t> </a:t>
            </a:r>
            <a:r>
              <a:rPr dirty="0" sz="3200"/>
              <a:t>r</a:t>
            </a:r>
            <a:r>
              <a:rPr dirty="0" sz="3200" spc="-240"/>
              <a:t> </a:t>
            </a:r>
            <a:r>
              <a:rPr dirty="0" sz="3200" spc="-85"/>
              <a:t>e</a:t>
            </a:r>
            <a:r>
              <a:rPr dirty="0" u="none" sz="3200" spc="-245"/>
              <a:t> </a:t>
            </a:r>
            <a:r>
              <a:rPr dirty="0" u="none" sz="3200" spc="204"/>
              <a:t>g</a:t>
            </a:r>
            <a:r>
              <a:rPr dirty="0" sz="3200" spc="-455"/>
              <a:t> </a:t>
            </a:r>
            <a:r>
              <a:rPr dirty="0" sz="3200"/>
              <a:t>u</a:t>
            </a:r>
            <a:r>
              <a:rPr dirty="0" sz="3200" spc="-240"/>
              <a:t> </a:t>
            </a:r>
            <a:r>
              <a:rPr dirty="0" sz="3200"/>
              <a:t>n</a:t>
            </a:r>
            <a:r>
              <a:rPr dirty="0" sz="3200" spc="-245"/>
              <a:t> </a:t>
            </a:r>
            <a:r>
              <a:rPr dirty="0" sz="3200" spc="-55"/>
              <a:t>t</a:t>
            </a:r>
            <a:r>
              <a:rPr dirty="0" sz="3200" spc="-240"/>
              <a:t> </a:t>
            </a:r>
            <a:r>
              <a:rPr dirty="0" sz="3200" spc="-50"/>
              <a:t>a</a:t>
            </a:r>
            <a:r>
              <a:rPr dirty="0" sz="3200" spc="800"/>
              <a:t> </a:t>
            </a:r>
            <a:endParaRPr sz="3200"/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27" name="object 27"/>
          <p:cNvSpPr txBox="1"/>
          <p:nvPr/>
        </p:nvSpPr>
        <p:spPr>
          <a:xfrm>
            <a:off x="774214" y="4686453"/>
            <a:ext cx="6424295" cy="561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00" spc="-375" b="1">
                <a:latin typeface="Cambria"/>
                <a:cs typeface="Cambria"/>
              </a:rPr>
              <a:t>3</a:t>
            </a:r>
            <a:r>
              <a:rPr dirty="0" sz="3500" spc="-270" b="1">
                <a:latin typeface="Cambria"/>
                <a:cs typeface="Cambria"/>
              </a:rPr>
              <a:t> </a:t>
            </a:r>
            <a:r>
              <a:rPr dirty="0" sz="3500" spc="409" b="1">
                <a:latin typeface="Cambria"/>
                <a:cs typeface="Cambria"/>
              </a:rPr>
              <a:t>.</a:t>
            </a:r>
            <a:r>
              <a:rPr dirty="0" u="heavy" sz="3200" spc="409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Co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n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-5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-8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x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-5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</a:t>
            </a:r>
            <a:r>
              <a:rPr dirty="0" u="heavy" sz="3200" spc="7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sz="3200" spc="-465" b="1">
                <a:latin typeface="Cambria"/>
                <a:cs typeface="Cambria"/>
              </a:rPr>
              <a:t> </a:t>
            </a:r>
            <a:r>
              <a:rPr dirty="0" sz="3200" spc="-520" b="1">
                <a:latin typeface="Cambria"/>
                <a:cs typeface="Cambria"/>
              </a:rPr>
              <a:t>y</a:t>
            </a:r>
            <a:r>
              <a:rPr dirty="0" u="heavy" sz="3200" spc="34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 </a:t>
            </a:r>
            <a:r>
              <a:rPr dirty="0" u="heavy" sz="3200" spc="7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-2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-2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b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l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-8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e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5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-6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á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-5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-2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9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</a:t>
            </a:r>
            <a:r>
              <a:rPr dirty="0" u="heavy" sz="3200" spc="-245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3200" spc="-5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</a:t>
            </a:r>
            <a:r>
              <a:rPr dirty="0" u="heavy" sz="3200" spc="800" b="1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endParaRPr sz="3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2373179"/>
            <a:ext cx="8429624" cy="64007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1654" y="3630543"/>
            <a:ext cx="7710805" cy="1035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900"/>
              </a:lnSpc>
              <a:spcBef>
                <a:spcPts val="95"/>
              </a:spcBef>
              <a:tabLst>
                <a:tab pos="919480" algn="l"/>
                <a:tab pos="2222500" algn="l"/>
                <a:tab pos="4690110" algn="l"/>
                <a:tab pos="5466080" algn="l"/>
                <a:tab pos="7054850" algn="l"/>
                <a:tab pos="7522845" algn="l"/>
              </a:tabLst>
            </a:pPr>
            <a:r>
              <a:rPr dirty="0" sz="3100" spc="235">
                <a:latin typeface="Times New Roman"/>
                <a:cs typeface="Times New Roman"/>
              </a:rPr>
              <a:t>Identificamos</a:t>
            </a:r>
            <a:r>
              <a:rPr dirty="0" sz="3100" spc="190">
                <a:latin typeface="Times New Roman"/>
                <a:cs typeface="Times New Roman"/>
              </a:rPr>
              <a:t>  </a:t>
            </a:r>
            <a:r>
              <a:rPr dirty="0" sz="3100">
                <a:latin typeface="Times New Roman"/>
                <a:cs typeface="Times New Roman"/>
              </a:rPr>
              <a:t>a</a:t>
            </a:r>
            <a:r>
              <a:rPr dirty="0" sz="3100" spc="195">
                <a:latin typeface="Times New Roman"/>
                <a:cs typeface="Times New Roman"/>
              </a:rPr>
              <a:t>  </a:t>
            </a:r>
            <a:r>
              <a:rPr dirty="0" sz="3100">
                <a:latin typeface="Times New Roman"/>
                <a:cs typeface="Times New Roman"/>
              </a:rPr>
              <a:t>"</a:t>
            </a:r>
            <a:r>
              <a:rPr dirty="0" sz="3100" spc="-500">
                <a:latin typeface="Times New Roman"/>
                <a:cs typeface="Times New Roman"/>
              </a:rPr>
              <a:t> </a:t>
            </a:r>
            <a:r>
              <a:rPr dirty="0" sz="3100" spc="210">
                <a:latin typeface="Times New Roman"/>
                <a:cs typeface="Times New Roman"/>
              </a:rPr>
              <a:t>Madai"</a:t>
            </a:r>
            <a:r>
              <a:rPr dirty="0" sz="3100" spc="195">
                <a:latin typeface="Times New Roman"/>
                <a:cs typeface="Times New Roman"/>
              </a:rPr>
              <a:t>  </a:t>
            </a:r>
            <a:r>
              <a:rPr dirty="0" sz="3100" spc="-20">
                <a:latin typeface="Times New Roman"/>
                <a:cs typeface="Times New Roman"/>
              </a:rPr>
              <a:t>(</a:t>
            </a:r>
            <a:r>
              <a:rPr dirty="0" sz="3100" spc="-505">
                <a:latin typeface="Times New Roman"/>
                <a:cs typeface="Times New Roman"/>
              </a:rPr>
              <a:t> </a:t>
            </a:r>
            <a:r>
              <a:rPr dirty="0" sz="3100" spc="225">
                <a:latin typeface="Times New Roman"/>
                <a:cs typeface="Times New Roman"/>
              </a:rPr>
              <a:t>Comerciante) </a:t>
            </a:r>
            <a:r>
              <a:rPr dirty="0" sz="3100" spc="150">
                <a:latin typeface="Times New Roman"/>
                <a:cs typeface="Times New Roman"/>
              </a:rPr>
              <a:t>que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195">
                <a:latin typeface="Times New Roman"/>
                <a:cs typeface="Times New Roman"/>
              </a:rPr>
              <a:t>busca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225">
                <a:latin typeface="Times New Roman"/>
                <a:cs typeface="Times New Roman"/>
              </a:rPr>
              <a:t>automatizar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140">
                <a:latin typeface="Times New Roman"/>
                <a:cs typeface="Times New Roman"/>
              </a:rPr>
              <a:t>las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210">
                <a:latin typeface="Times New Roman"/>
                <a:cs typeface="Times New Roman"/>
              </a:rPr>
              <a:t>ventas;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-50">
                <a:latin typeface="Times New Roman"/>
                <a:cs typeface="Times New Roman"/>
              </a:rPr>
              <a:t>y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-50">
                <a:latin typeface="Times New Roman"/>
                <a:cs typeface="Times New Roman"/>
              </a:rPr>
              <a:t>a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841654" y="4672615"/>
            <a:ext cx="3434715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>
                <a:latin typeface="Times New Roman"/>
                <a:cs typeface="Times New Roman"/>
              </a:rPr>
              <a:t>"</a:t>
            </a:r>
            <a:r>
              <a:rPr dirty="0" sz="3100" spc="-509">
                <a:latin typeface="Times New Roman"/>
                <a:cs typeface="Times New Roman"/>
              </a:rPr>
              <a:t> </a:t>
            </a:r>
            <a:r>
              <a:rPr dirty="0" sz="3100" spc="220">
                <a:latin typeface="Times New Roman"/>
                <a:cs typeface="Times New Roman"/>
              </a:rPr>
              <a:t>Camila/</a:t>
            </a:r>
            <a:r>
              <a:rPr dirty="0" sz="3100" spc="-509">
                <a:latin typeface="Times New Roman"/>
                <a:cs typeface="Times New Roman"/>
              </a:rPr>
              <a:t> </a:t>
            </a:r>
            <a:r>
              <a:rPr dirty="0" sz="3100" spc="220">
                <a:latin typeface="Times New Roman"/>
                <a:cs typeface="Times New Roman"/>
              </a:rPr>
              <a:t>Eduardo"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3915" y="4640192"/>
            <a:ext cx="3938904" cy="1035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77470">
              <a:lnSpc>
                <a:spcPct val="106900"/>
              </a:lnSpc>
              <a:spcBef>
                <a:spcPts val="95"/>
              </a:spcBef>
              <a:tabLst>
                <a:tab pos="2222500" algn="l"/>
              </a:tabLst>
            </a:pPr>
            <a:r>
              <a:rPr dirty="0" sz="3100" spc="-20">
                <a:latin typeface="Times New Roman"/>
                <a:cs typeface="Times New Roman"/>
              </a:rPr>
              <a:t>(</a:t>
            </a:r>
            <a:r>
              <a:rPr dirty="0" sz="3100" spc="-505">
                <a:latin typeface="Times New Roman"/>
                <a:cs typeface="Times New Roman"/>
              </a:rPr>
              <a:t> </a:t>
            </a:r>
            <a:r>
              <a:rPr dirty="0" sz="3100" spc="215">
                <a:latin typeface="Times New Roman"/>
                <a:cs typeface="Times New Roman"/>
              </a:rPr>
              <a:t>Clientes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220">
                <a:latin typeface="Times New Roman"/>
                <a:cs typeface="Times New Roman"/>
              </a:rPr>
              <a:t>jóvenes), interfaces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654" y="5145017"/>
            <a:ext cx="5543550" cy="103505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  <a:tabLst>
                <a:tab pos="1755139" algn="l"/>
              </a:tabLst>
            </a:pPr>
            <a:r>
              <a:rPr dirty="0" sz="3100" spc="210">
                <a:latin typeface="Times New Roman"/>
                <a:cs typeface="Times New Roman"/>
              </a:rPr>
              <a:t>quienes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220">
                <a:latin typeface="Times New Roman"/>
                <a:cs typeface="Times New Roman"/>
              </a:rPr>
              <a:t>priorizan</a:t>
            </a: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  <a:tabLst>
                <a:tab pos="1821814" algn="l"/>
                <a:tab pos="4377055" algn="l"/>
              </a:tabLst>
            </a:pPr>
            <a:r>
              <a:rPr dirty="0" sz="3100" spc="210">
                <a:latin typeface="Times New Roman"/>
                <a:cs typeface="Times New Roman"/>
              </a:rPr>
              <a:t>oscuro,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225">
                <a:latin typeface="Times New Roman"/>
                <a:cs typeface="Times New Roman"/>
              </a:rPr>
              <a:t>navegación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204">
                <a:latin typeface="Times New Roman"/>
                <a:cs typeface="Times New Roman"/>
              </a:rPr>
              <a:t>rápida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5923" y="5145017"/>
            <a:ext cx="1766570" cy="1035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4450" marR="5080" indent="-32384">
              <a:lnSpc>
                <a:spcPct val="106900"/>
              </a:lnSpc>
              <a:spcBef>
                <a:spcPts val="95"/>
              </a:spcBef>
              <a:tabLst>
                <a:tab pos="699770" algn="l"/>
                <a:tab pos="755015" algn="l"/>
              </a:tabLst>
            </a:pPr>
            <a:r>
              <a:rPr dirty="0" sz="3100" spc="105">
                <a:latin typeface="Times New Roman"/>
                <a:cs typeface="Times New Roman"/>
              </a:rPr>
              <a:t>en</a:t>
            </a:r>
            <a:r>
              <a:rPr dirty="0" sz="3100">
                <a:latin typeface="Times New Roman"/>
                <a:cs typeface="Times New Roman"/>
              </a:rPr>
              <a:t>		</a:t>
            </a:r>
            <a:r>
              <a:rPr dirty="0" sz="3100" spc="170">
                <a:latin typeface="Times New Roman"/>
                <a:cs typeface="Times New Roman"/>
              </a:rPr>
              <a:t>modo </a:t>
            </a:r>
            <a:r>
              <a:rPr dirty="0" sz="3100" spc="-50">
                <a:latin typeface="Times New Roman"/>
                <a:cs typeface="Times New Roman"/>
              </a:rPr>
              <a:t>y</a:t>
            </a:r>
            <a:r>
              <a:rPr dirty="0" sz="3100">
                <a:latin typeface="Times New Roman"/>
                <a:cs typeface="Times New Roman"/>
              </a:rPr>
              <a:t>	</a:t>
            </a:r>
            <a:r>
              <a:rPr dirty="0" sz="3100" spc="195">
                <a:latin typeface="Times New Roman"/>
                <a:cs typeface="Times New Roman"/>
              </a:rPr>
              <a:t>pagos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654" y="6187090"/>
            <a:ext cx="6797040" cy="497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00" spc="220">
                <a:latin typeface="Times New Roman"/>
                <a:cs typeface="Times New Roman"/>
              </a:rPr>
              <a:t>seguros</a:t>
            </a:r>
            <a:r>
              <a:rPr dirty="0" sz="3100" spc="550">
                <a:latin typeface="Times New Roman"/>
                <a:cs typeface="Times New Roman"/>
              </a:rPr>
              <a:t> </a:t>
            </a:r>
            <a:r>
              <a:rPr dirty="0" sz="3100" spc="204">
                <a:latin typeface="Times New Roman"/>
                <a:cs typeface="Times New Roman"/>
              </a:rPr>
              <a:t>desde</a:t>
            </a:r>
            <a:r>
              <a:rPr dirty="0" sz="3100" spc="550">
                <a:latin typeface="Times New Roman"/>
                <a:cs typeface="Times New Roman"/>
              </a:rPr>
              <a:t> </a:t>
            </a:r>
            <a:r>
              <a:rPr dirty="0" sz="3100" spc="235">
                <a:latin typeface="Times New Roman"/>
                <a:cs typeface="Times New Roman"/>
              </a:rPr>
              <a:t>dispositivos</a:t>
            </a:r>
            <a:r>
              <a:rPr dirty="0" sz="3100" spc="550">
                <a:latin typeface="Times New Roman"/>
                <a:cs typeface="Times New Roman"/>
              </a:rPr>
              <a:t> </a:t>
            </a:r>
            <a:r>
              <a:rPr dirty="0" sz="3100" spc="215">
                <a:latin typeface="Times New Roman"/>
                <a:cs typeface="Times New Roman"/>
              </a:rPr>
              <a:t>móviles.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1038752" y="2484088"/>
            <a:ext cx="6165215" cy="62230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none" sz="3500" spc="-235"/>
              <a:t>4</a:t>
            </a:r>
            <a:r>
              <a:rPr dirty="0" u="none" sz="3500" spc="-275"/>
              <a:t> </a:t>
            </a:r>
            <a:r>
              <a:rPr dirty="0" u="none" sz="3500" spc="250"/>
              <a:t>.</a:t>
            </a:r>
            <a:r>
              <a:rPr dirty="0" sz="3900" spc="250"/>
              <a:t>P</a:t>
            </a:r>
            <a:r>
              <a:rPr dirty="0" sz="3900" spc="-300"/>
              <a:t> </a:t>
            </a:r>
            <a:r>
              <a:rPr dirty="0" sz="3900" spc="-110"/>
              <a:t>e</a:t>
            </a:r>
            <a:r>
              <a:rPr dirty="0" sz="3900" spc="-305"/>
              <a:t> </a:t>
            </a:r>
            <a:r>
              <a:rPr dirty="0" sz="3900"/>
              <a:t>r</a:t>
            </a:r>
            <a:r>
              <a:rPr dirty="0" sz="3900" spc="-300"/>
              <a:t> </a:t>
            </a:r>
            <a:r>
              <a:rPr dirty="0" sz="3900" spc="100"/>
              <a:t>f</a:t>
            </a:r>
            <a:r>
              <a:rPr dirty="0" sz="3900" spc="-305"/>
              <a:t> </a:t>
            </a:r>
            <a:r>
              <a:rPr dirty="0" sz="3900"/>
              <a:t>i</a:t>
            </a:r>
            <a:r>
              <a:rPr dirty="0" sz="3900" spc="-300"/>
              <a:t> </a:t>
            </a:r>
            <a:r>
              <a:rPr dirty="0" sz="3900"/>
              <a:t>l</a:t>
            </a:r>
            <a:r>
              <a:rPr dirty="0" sz="3900" spc="-305"/>
              <a:t> </a:t>
            </a:r>
            <a:r>
              <a:rPr dirty="0" sz="3900" spc="-110"/>
              <a:t>e</a:t>
            </a:r>
            <a:r>
              <a:rPr dirty="0" sz="3900" spc="-300"/>
              <a:t> </a:t>
            </a:r>
            <a:r>
              <a:rPr dirty="0" sz="3900"/>
              <a:t>s</a:t>
            </a:r>
            <a:r>
              <a:rPr dirty="0" sz="3900" spc="155"/>
              <a:t>  </a:t>
            </a:r>
            <a:r>
              <a:rPr dirty="0" sz="3900"/>
              <a:t>d</a:t>
            </a:r>
            <a:r>
              <a:rPr dirty="0" sz="3900" spc="-300"/>
              <a:t> </a:t>
            </a:r>
            <a:r>
              <a:rPr dirty="0" sz="3900"/>
              <a:t>e</a:t>
            </a:r>
            <a:r>
              <a:rPr dirty="0" sz="3900" spc="155"/>
              <a:t>  </a:t>
            </a:r>
            <a:r>
              <a:rPr dirty="0" sz="3900" spc="50"/>
              <a:t>U</a:t>
            </a:r>
            <a:r>
              <a:rPr dirty="0" sz="3900" spc="-300"/>
              <a:t> </a:t>
            </a:r>
            <a:r>
              <a:rPr dirty="0" sz="3900"/>
              <a:t>s</a:t>
            </a:r>
            <a:r>
              <a:rPr dirty="0" sz="3900" spc="-300"/>
              <a:t> </a:t>
            </a:r>
            <a:r>
              <a:rPr dirty="0" sz="3900"/>
              <a:t>u</a:t>
            </a:r>
            <a:r>
              <a:rPr dirty="0" sz="3900" spc="-305"/>
              <a:t> </a:t>
            </a:r>
            <a:r>
              <a:rPr dirty="0" sz="3900" spc="-70"/>
              <a:t>a</a:t>
            </a:r>
            <a:r>
              <a:rPr dirty="0" sz="3900" spc="-300"/>
              <a:t> </a:t>
            </a:r>
            <a:r>
              <a:rPr dirty="0" sz="3900"/>
              <a:t>r</a:t>
            </a:r>
            <a:r>
              <a:rPr dirty="0" sz="3900" spc="-305"/>
              <a:t> </a:t>
            </a:r>
            <a:r>
              <a:rPr dirty="0" sz="3900"/>
              <a:t>i</a:t>
            </a:r>
            <a:r>
              <a:rPr dirty="0" sz="3900" spc="-300"/>
              <a:t> </a:t>
            </a:r>
            <a:r>
              <a:rPr dirty="0" sz="3900" spc="-50"/>
              <a:t>o </a:t>
            </a:r>
            <a:endParaRPr sz="3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87078" y="789506"/>
            <a:ext cx="3401060" cy="7415530"/>
            <a:chOff x="14887078" y="789506"/>
            <a:chExt cx="3401060" cy="7415530"/>
          </a:xfrm>
        </p:grpSpPr>
        <p:sp>
          <p:nvSpPr>
            <p:cNvPr id="3" name="object 3"/>
            <p:cNvSpPr/>
            <p:nvPr/>
          </p:nvSpPr>
          <p:spPr>
            <a:xfrm>
              <a:off x="14963390" y="825845"/>
              <a:ext cx="3324860" cy="7342505"/>
            </a:xfrm>
            <a:custGeom>
              <a:avLst/>
              <a:gdLst/>
              <a:ahLst/>
              <a:cxnLst/>
              <a:rect l="l" t="t" r="r" b="b"/>
              <a:pathLst>
                <a:path w="3324859" h="7342505">
                  <a:moveTo>
                    <a:pt x="3088788" y="7342231"/>
                  </a:moveTo>
                  <a:lnTo>
                    <a:pt x="506925" y="7342231"/>
                  </a:lnTo>
                  <a:lnTo>
                    <a:pt x="458129" y="7339909"/>
                  </a:lnTo>
                  <a:lnTo>
                    <a:pt x="410640" y="7333084"/>
                  </a:lnTo>
                  <a:lnTo>
                    <a:pt x="364672" y="7321971"/>
                  </a:lnTo>
                  <a:lnTo>
                    <a:pt x="320436" y="7306781"/>
                  </a:lnTo>
                  <a:lnTo>
                    <a:pt x="278147" y="7287728"/>
                  </a:lnTo>
                  <a:lnTo>
                    <a:pt x="238016" y="7265026"/>
                  </a:lnTo>
                  <a:lnTo>
                    <a:pt x="200258" y="7238885"/>
                  </a:lnTo>
                  <a:lnTo>
                    <a:pt x="165084" y="7209521"/>
                  </a:lnTo>
                  <a:lnTo>
                    <a:pt x="132709" y="7177146"/>
                  </a:lnTo>
                  <a:lnTo>
                    <a:pt x="103345" y="7141973"/>
                  </a:lnTo>
                  <a:lnTo>
                    <a:pt x="77205" y="7104214"/>
                  </a:lnTo>
                  <a:lnTo>
                    <a:pt x="54502" y="7064084"/>
                  </a:lnTo>
                  <a:lnTo>
                    <a:pt x="35449" y="7021794"/>
                  </a:lnTo>
                  <a:lnTo>
                    <a:pt x="20259" y="6977559"/>
                  </a:lnTo>
                  <a:lnTo>
                    <a:pt x="9146" y="6931590"/>
                  </a:lnTo>
                  <a:lnTo>
                    <a:pt x="2322" y="6884102"/>
                  </a:lnTo>
                  <a:lnTo>
                    <a:pt x="0" y="6835306"/>
                  </a:lnTo>
                  <a:lnTo>
                    <a:pt x="0" y="506924"/>
                  </a:lnTo>
                  <a:lnTo>
                    <a:pt x="2322" y="458129"/>
                  </a:lnTo>
                  <a:lnTo>
                    <a:pt x="9146" y="410640"/>
                  </a:lnTo>
                  <a:lnTo>
                    <a:pt x="20259" y="364672"/>
                  </a:lnTo>
                  <a:lnTo>
                    <a:pt x="35449" y="320436"/>
                  </a:lnTo>
                  <a:lnTo>
                    <a:pt x="54502" y="278147"/>
                  </a:lnTo>
                  <a:lnTo>
                    <a:pt x="77205" y="238016"/>
                  </a:lnTo>
                  <a:lnTo>
                    <a:pt x="103345" y="200258"/>
                  </a:lnTo>
                  <a:lnTo>
                    <a:pt x="132709" y="165085"/>
                  </a:lnTo>
                  <a:lnTo>
                    <a:pt x="165084" y="132709"/>
                  </a:lnTo>
                  <a:lnTo>
                    <a:pt x="200258" y="103345"/>
                  </a:lnTo>
                  <a:lnTo>
                    <a:pt x="238016" y="77205"/>
                  </a:lnTo>
                  <a:lnTo>
                    <a:pt x="278147" y="54502"/>
                  </a:lnTo>
                  <a:lnTo>
                    <a:pt x="320436" y="35449"/>
                  </a:lnTo>
                  <a:lnTo>
                    <a:pt x="364672" y="20259"/>
                  </a:lnTo>
                  <a:lnTo>
                    <a:pt x="410640" y="9146"/>
                  </a:lnTo>
                  <a:lnTo>
                    <a:pt x="458129" y="2322"/>
                  </a:lnTo>
                  <a:lnTo>
                    <a:pt x="506925" y="0"/>
                  </a:lnTo>
                  <a:lnTo>
                    <a:pt x="3088788" y="0"/>
                  </a:lnTo>
                  <a:lnTo>
                    <a:pt x="3137583" y="2322"/>
                  </a:lnTo>
                  <a:lnTo>
                    <a:pt x="3185071" y="9146"/>
                  </a:lnTo>
                  <a:lnTo>
                    <a:pt x="3231040" y="20259"/>
                  </a:lnTo>
                  <a:lnTo>
                    <a:pt x="3275275" y="35449"/>
                  </a:lnTo>
                  <a:lnTo>
                    <a:pt x="3317565" y="54502"/>
                  </a:lnTo>
                  <a:lnTo>
                    <a:pt x="3324611" y="58488"/>
                  </a:lnTo>
                  <a:lnTo>
                    <a:pt x="3324611" y="187144"/>
                  </a:lnTo>
                  <a:lnTo>
                    <a:pt x="488754" y="187144"/>
                  </a:lnTo>
                  <a:lnTo>
                    <a:pt x="440182" y="191074"/>
                  </a:lnTo>
                  <a:lnTo>
                    <a:pt x="394085" y="202450"/>
                  </a:lnTo>
                  <a:lnTo>
                    <a:pt x="351084" y="220650"/>
                  </a:lnTo>
                  <a:lnTo>
                    <a:pt x="311800" y="245053"/>
                  </a:lnTo>
                  <a:lnTo>
                    <a:pt x="276855" y="275038"/>
                  </a:lnTo>
                  <a:lnTo>
                    <a:pt x="246870" y="309983"/>
                  </a:lnTo>
                  <a:lnTo>
                    <a:pt x="222467" y="349267"/>
                  </a:lnTo>
                  <a:lnTo>
                    <a:pt x="204267" y="392268"/>
                  </a:lnTo>
                  <a:lnTo>
                    <a:pt x="193011" y="437881"/>
                  </a:lnTo>
                  <a:lnTo>
                    <a:pt x="192891" y="438366"/>
                  </a:lnTo>
                  <a:lnTo>
                    <a:pt x="188961" y="486938"/>
                  </a:lnTo>
                  <a:lnTo>
                    <a:pt x="188961" y="6864377"/>
                  </a:lnTo>
                  <a:lnTo>
                    <a:pt x="192891" y="6912949"/>
                  </a:lnTo>
                  <a:lnTo>
                    <a:pt x="204267" y="6959047"/>
                  </a:lnTo>
                  <a:lnTo>
                    <a:pt x="222467" y="7002048"/>
                  </a:lnTo>
                  <a:lnTo>
                    <a:pt x="246870" y="7041332"/>
                  </a:lnTo>
                  <a:lnTo>
                    <a:pt x="276855" y="7076277"/>
                  </a:lnTo>
                  <a:lnTo>
                    <a:pt x="311800" y="7106262"/>
                  </a:lnTo>
                  <a:lnTo>
                    <a:pt x="351084" y="7130666"/>
                  </a:lnTo>
                  <a:lnTo>
                    <a:pt x="394085" y="7148866"/>
                  </a:lnTo>
                  <a:lnTo>
                    <a:pt x="440182" y="7160242"/>
                  </a:lnTo>
                  <a:lnTo>
                    <a:pt x="488754" y="7164172"/>
                  </a:lnTo>
                  <a:lnTo>
                    <a:pt x="3324611" y="7164172"/>
                  </a:lnTo>
                  <a:lnTo>
                    <a:pt x="3324611" y="7283742"/>
                  </a:lnTo>
                  <a:lnTo>
                    <a:pt x="3275275" y="7306781"/>
                  </a:lnTo>
                  <a:lnTo>
                    <a:pt x="3231040" y="7321971"/>
                  </a:lnTo>
                  <a:lnTo>
                    <a:pt x="3185071" y="7333084"/>
                  </a:lnTo>
                  <a:lnTo>
                    <a:pt x="3137583" y="7339909"/>
                  </a:lnTo>
                  <a:lnTo>
                    <a:pt x="3088788" y="7342231"/>
                  </a:lnTo>
                  <a:close/>
                </a:path>
                <a:path w="3324859" h="7342505">
                  <a:moveTo>
                    <a:pt x="2550975" y="437881"/>
                  </a:moveTo>
                  <a:lnTo>
                    <a:pt x="1048370" y="437881"/>
                  </a:lnTo>
                  <a:lnTo>
                    <a:pt x="1003679" y="431799"/>
                  </a:lnTo>
                  <a:lnTo>
                    <a:pt x="963378" y="414664"/>
                  </a:lnTo>
                  <a:lnTo>
                    <a:pt x="929134" y="388142"/>
                  </a:lnTo>
                  <a:lnTo>
                    <a:pt x="902612" y="353898"/>
                  </a:lnTo>
                  <a:lnTo>
                    <a:pt x="885477" y="313597"/>
                  </a:lnTo>
                  <a:lnTo>
                    <a:pt x="879395" y="268906"/>
                  </a:lnTo>
                  <a:lnTo>
                    <a:pt x="879395" y="187144"/>
                  </a:lnTo>
                  <a:lnTo>
                    <a:pt x="2719950" y="187144"/>
                  </a:lnTo>
                  <a:lnTo>
                    <a:pt x="2719950" y="232567"/>
                  </a:lnTo>
                  <a:lnTo>
                    <a:pt x="2229378" y="232567"/>
                  </a:lnTo>
                  <a:lnTo>
                    <a:pt x="2212316" y="236087"/>
                  </a:lnTo>
                  <a:lnTo>
                    <a:pt x="2197808" y="245740"/>
                  </a:lnTo>
                  <a:lnTo>
                    <a:pt x="2196856" y="247102"/>
                  </a:lnTo>
                  <a:lnTo>
                    <a:pt x="1558928" y="247102"/>
                  </a:lnTo>
                  <a:lnTo>
                    <a:pt x="1547204" y="249374"/>
                  </a:lnTo>
                  <a:lnTo>
                    <a:pt x="1537352" y="255733"/>
                  </a:lnTo>
                  <a:lnTo>
                    <a:pt x="1530567" y="265499"/>
                  </a:lnTo>
                  <a:lnTo>
                    <a:pt x="1528040" y="277990"/>
                  </a:lnTo>
                  <a:lnTo>
                    <a:pt x="1530567" y="290482"/>
                  </a:lnTo>
                  <a:lnTo>
                    <a:pt x="1537352" y="300248"/>
                  </a:lnTo>
                  <a:lnTo>
                    <a:pt x="1547204" y="306607"/>
                  </a:lnTo>
                  <a:lnTo>
                    <a:pt x="1558928" y="308878"/>
                  </a:lnTo>
                  <a:lnTo>
                    <a:pt x="2196215" y="308878"/>
                  </a:lnTo>
                  <a:lnTo>
                    <a:pt x="2197127" y="310241"/>
                  </a:lnTo>
                  <a:lnTo>
                    <a:pt x="2211549" y="319893"/>
                  </a:lnTo>
                  <a:lnTo>
                    <a:pt x="2229378" y="323414"/>
                  </a:lnTo>
                  <a:lnTo>
                    <a:pt x="2709694" y="323414"/>
                  </a:lnTo>
                  <a:lnTo>
                    <a:pt x="2696733" y="353898"/>
                  </a:lnTo>
                  <a:lnTo>
                    <a:pt x="2670211" y="388142"/>
                  </a:lnTo>
                  <a:lnTo>
                    <a:pt x="2635967" y="414664"/>
                  </a:lnTo>
                  <a:lnTo>
                    <a:pt x="2595666" y="431799"/>
                  </a:lnTo>
                  <a:lnTo>
                    <a:pt x="2550975" y="437881"/>
                  </a:lnTo>
                  <a:close/>
                </a:path>
                <a:path w="3324859" h="7342505">
                  <a:moveTo>
                    <a:pt x="3324611" y="279627"/>
                  </a:moveTo>
                  <a:lnTo>
                    <a:pt x="3285728" y="245053"/>
                  </a:lnTo>
                  <a:lnTo>
                    <a:pt x="3246444" y="220650"/>
                  </a:lnTo>
                  <a:lnTo>
                    <a:pt x="3203443" y="202450"/>
                  </a:lnTo>
                  <a:lnTo>
                    <a:pt x="3157346" y="191074"/>
                  </a:lnTo>
                  <a:lnTo>
                    <a:pt x="3108774" y="187144"/>
                  </a:lnTo>
                  <a:lnTo>
                    <a:pt x="3324611" y="187144"/>
                  </a:lnTo>
                  <a:lnTo>
                    <a:pt x="3324611" y="279627"/>
                  </a:lnTo>
                  <a:close/>
                </a:path>
                <a:path w="3324859" h="7342505">
                  <a:moveTo>
                    <a:pt x="2709694" y="323414"/>
                  </a:moveTo>
                  <a:lnTo>
                    <a:pt x="2229378" y="323414"/>
                  </a:lnTo>
                  <a:lnTo>
                    <a:pt x="2247206" y="319893"/>
                  </a:lnTo>
                  <a:lnTo>
                    <a:pt x="2261628" y="310241"/>
                  </a:lnTo>
                  <a:lnTo>
                    <a:pt x="2271280" y="295819"/>
                  </a:lnTo>
                  <a:lnTo>
                    <a:pt x="2274769" y="278147"/>
                  </a:lnTo>
                  <a:lnTo>
                    <a:pt x="2274800" y="277990"/>
                  </a:lnTo>
                  <a:lnTo>
                    <a:pt x="2271280" y="260162"/>
                  </a:lnTo>
                  <a:lnTo>
                    <a:pt x="2261628" y="245740"/>
                  </a:lnTo>
                  <a:lnTo>
                    <a:pt x="2247206" y="236087"/>
                  </a:lnTo>
                  <a:lnTo>
                    <a:pt x="2229378" y="232567"/>
                  </a:lnTo>
                  <a:lnTo>
                    <a:pt x="2719950" y="232567"/>
                  </a:lnTo>
                  <a:lnTo>
                    <a:pt x="2719950" y="268906"/>
                  </a:lnTo>
                  <a:lnTo>
                    <a:pt x="2713868" y="313597"/>
                  </a:lnTo>
                  <a:lnTo>
                    <a:pt x="2709694" y="323414"/>
                  </a:lnTo>
                  <a:close/>
                </a:path>
                <a:path w="3324859" h="7342505">
                  <a:moveTo>
                    <a:pt x="2196215" y="308878"/>
                  </a:moveTo>
                  <a:lnTo>
                    <a:pt x="1994993" y="308878"/>
                  </a:lnTo>
                  <a:lnTo>
                    <a:pt x="2006718" y="306607"/>
                  </a:lnTo>
                  <a:lnTo>
                    <a:pt x="2016569" y="300248"/>
                  </a:lnTo>
                  <a:lnTo>
                    <a:pt x="2023354" y="290482"/>
                  </a:lnTo>
                  <a:lnTo>
                    <a:pt x="2025849" y="278147"/>
                  </a:lnTo>
                  <a:lnTo>
                    <a:pt x="2025881" y="277990"/>
                  </a:lnTo>
                  <a:lnTo>
                    <a:pt x="2023354" y="265499"/>
                  </a:lnTo>
                  <a:lnTo>
                    <a:pt x="2016569" y="255733"/>
                  </a:lnTo>
                  <a:lnTo>
                    <a:pt x="2006718" y="249374"/>
                  </a:lnTo>
                  <a:lnTo>
                    <a:pt x="1994993" y="247102"/>
                  </a:lnTo>
                  <a:lnTo>
                    <a:pt x="2196856" y="247102"/>
                  </a:lnTo>
                  <a:lnTo>
                    <a:pt x="2187730" y="260162"/>
                  </a:lnTo>
                  <a:lnTo>
                    <a:pt x="2183954" y="277990"/>
                  </a:lnTo>
                  <a:lnTo>
                    <a:pt x="2187474" y="295819"/>
                  </a:lnTo>
                  <a:lnTo>
                    <a:pt x="2196215" y="308878"/>
                  </a:lnTo>
                  <a:close/>
                </a:path>
                <a:path w="3324859" h="7342505">
                  <a:moveTo>
                    <a:pt x="3324611" y="7164172"/>
                  </a:moveTo>
                  <a:lnTo>
                    <a:pt x="3110591" y="7164172"/>
                  </a:lnTo>
                  <a:lnTo>
                    <a:pt x="3159163" y="7160242"/>
                  </a:lnTo>
                  <a:lnTo>
                    <a:pt x="3205260" y="7148866"/>
                  </a:lnTo>
                  <a:lnTo>
                    <a:pt x="3248261" y="7130666"/>
                  </a:lnTo>
                  <a:lnTo>
                    <a:pt x="3287545" y="7106262"/>
                  </a:lnTo>
                  <a:lnTo>
                    <a:pt x="3322490" y="7076277"/>
                  </a:lnTo>
                  <a:lnTo>
                    <a:pt x="3324611" y="7073806"/>
                  </a:lnTo>
                  <a:lnTo>
                    <a:pt x="3324611" y="7164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2350" y="1012990"/>
              <a:ext cx="3135649" cy="69770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491431" y="1072948"/>
              <a:ext cx="497840" cy="62230"/>
            </a:xfrm>
            <a:custGeom>
              <a:avLst/>
              <a:gdLst/>
              <a:ahLst/>
              <a:cxnLst/>
              <a:rect l="l" t="t" r="r" b="b"/>
              <a:pathLst>
                <a:path w="497840" h="62230">
                  <a:moveTo>
                    <a:pt x="466952" y="61775"/>
                  </a:moveTo>
                  <a:lnTo>
                    <a:pt x="30887" y="61775"/>
                  </a:lnTo>
                  <a:lnTo>
                    <a:pt x="19163" y="59504"/>
                  </a:lnTo>
                  <a:lnTo>
                    <a:pt x="9312" y="53145"/>
                  </a:lnTo>
                  <a:lnTo>
                    <a:pt x="2526" y="43379"/>
                  </a:lnTo>
                  <a:lnTo>
                    <a:pt x="0" y="30887"/>
                  </a:lnTo>
                  <a:lnTo>
                    <a:pt x="2526" y="18396"/>
                  </a:lnTo>
                  <a:lnTo>
                    <a:pt x="9312" y="8630"/>
                  </a:lnTo>
                  <a:lnTo>
                    <a:pt x="19163" y="2271"/>
                  </a:lnTo>
                  <a:lnTo>
                    <a:pt x="30887" y="0"/>
                  </a:lnTo>
                  <a:lnTo>
                    <a:pt x="466952" y="0"/>
                  </a:lnTo>
                  <a:lnTo>
                    <a:pt x="478677" y="2271"/>
                  </a:lnTo>
                  <a:lnTo>
                    <a:pt x="488528" y="8630"/>
                  </a:lnTo>
                  <a:lnTo>
                    <a:pt x="495313" y="18396"/>
                  </a:lnTo>
                  <a:lnTo>
                    <a:pt x="497840" y="30887"/>
                  </a:lnTo>
                  <a:lnTo>
                    <a:pt x="495313" y="43379"/>
                  </a:lnTo>
                  <a:lnTo>
                    <a:pt x="488528" y="53145"/>
                  </a:lnTo>
                  <a:lnTo>
                    <a:pt x="478677" y="59504"/>
                  </a:lnTo>
                  <a:lnTo>
                    <a:pt x="466952" y="6177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47345" y="1058413"/>
              <a:ext cx="90846" cy="908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87068" y="1770658"/>
              <a:ext cx="40005" cy="1755775"/>
            </a:xfrm>
            <a:custGeom>
              <a:avLst/>
              <a:gdLst/>
              <a:ahLst/>
              <a:cxnLst/>
              <a:rect l="l" t="t" r="r" b="b"/>
              <a:pathLst>
                <a:path w="40005" h="1755775">
                  <a:moveTo>
                    <a:pt x="39979" y="1202804"/>
                  </a:moveTo>
                  <a:lnTo>
                    <a:pt x="24536" y="1205992"/>
                  </a:lnTo>
                  <a:lnTo>
                    <a:pt x="11811" y="1214615"/>
                  </a:lnTo>
                  <a:lnTo>
                    <a:pt x="3187" y="1227340"/>
                  </a:lnTo>
                  <a:lnTo>
                    <a:pt x="0" y="1242783"/>
                  </a:lnTo>
                  <a:lnTo>
                    <a:pt x="0" y="1715185"/>
                  </a:lnTo>
                  <a:lnTo>
                    <a:pt x="3187" y="1730629"/>
                  </a:lnTo>
                  <a:lnTo>
                    <a:pt x="11811" y="1743341"/>
                  </a:lnTo>
                  <a:lnTo>
                    <a:pt x="24536" y="1751977"/>
                  </a:lnTo>
                  <a:lnTo>
                    <a:pt x="39979" y="1755152"/>
                  </a:lnTo>
                  <a:lnTo>
                    <a:pt x="39979" y="1202804"/>
                  </a:lnTo>
                  <a:close/>
                </a:path>
                <a:path w="40005" h="1755775">
                  <a:moveTo>
                    <a:pt x="39979" y="532358"/>
                  </a:moveTo>
                  <a:lnTo>
                    <a:pt x="24536" y="535254"/>
                  </a:lnTo>
                  <a:lnTo>
                    <a:pt x="11811" y="543267"/>
                  </a:lnTo>
                  <a:lnTo>
                    <a:pt x="3187" y="555358"/>
                  </a:lnTo>
                  <a:lnTo>
                    <a:pt x="0" y="570522"/>
                  </a:lnTo>
                  <a:lnTo>
                    <a:pt x="0" y="1042924"/>
                  </a:lnTo>
                  <a:lnTo>
                    <a:pt x="3187" y="1058367"/>
                  </a:lnTo>
                  <a:lnTo>
                    <a:pt x="11811" y="1071079"/>
                  </a:lnTo>
                  <a:lnTo>
                    <a:pt x="24536" y="1079715"/>
                  </a:lnTo>
                  <a:lnTo>
                    <a:pt x="39979" y="1082890"/>
                  </a:lnTo>
                  <a:lnTo>
                    <a:pt x="39979" y="532358"/>
                  </a:lnTo>
                  <a:close/>
                </a:path>
                <a:path w="40005" h="1755775">
                  <a:moveTo>
                    <a:pt x="39979" y="0"/>
                  </a:moveTo>
                  <a:lnTo>
                    <a:pt x="24536" y="2895"/>
                  </a:lnTo>
                  <a:lnTo>
                    <a:pt x="11811" y="10896"/>
                  </a:lnTo>
                  <a:lnTo>
                    <a:pt x="3187" y="22999"/>
                  </a:lnTo>
                  <a:lnTo>
                    <a:pt x="0" y="38150"/>
                  </a:lnTo>
                  <a:lnTo>
                    <a:pt x="0" y="265264"/>
                  </a:lnTo>
                  <a:lnTo>
                    <a:pt x="3187" y="280720"/>
                  </a:lnTo>
                  <a:lnTo>
                    <a:pt x="11811" y="293433"/>
                  </a:lnTo>
                  <a:lnTo>
                    <a:pt x="24536" y="302069"/>
                  </a:lnTo>
                  <a:lnTo>
                    <a:pt x="39979" y="305244"/>
                  </a:lnTo>
                  <a:lnTo>
                    <a:pt x="39979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927051" y="789506"/>
              <a:ext cx="3361054" cy="7415530"/>
            </a:xfrm>
            <a:custGeom>
              <a:avLst/>
              <a:gdLst/>
              <a:ahLst/>
              <a:cxnLst/>
              <a:rect l="l" t="t" r="r" b="b"/>
              <a:pathLst>
                <a:path w="3361055" h="7415530">
                  <a:moveTo>
                    <a:pt x="3125127" y="7414908"/>
                  </a:moveTo>
                  <a:lnTo>
                    <a:pt x="543264" y="7414908"/>
                  </a:lnTo>
                  <a:lnTo>
                    <a:pt x="496423" y="7412912"/>
                  </a:lnTo>
                  <a:lnTo>
                    <a:pt x="450682" y="7407033"/>
                  </a:lnTo>
                  <a:lnTo>
                    <a:pt x="406205" y="7397435"/>
                  </a:lnTo>
                  <a:lnTo>
                    <a:pt x="363155" y="7384281"/>
                  </a:lnTo>
                  <a:lnTo>
                    <a:pt x="321696" y="7367736"/>
                  </a:lnTo>
                  <a:lnTo>
                    <a:pt x="281992" y="7347963"/>
                  </a:lnTo>
                  <a:lnTo>
                    <a:pt x="244206" y="7325125"/>
                  </a:lnTo>
                  <a:lnTo>
                    <a:pt x="208502" y="7299387"/>
                  </a:lnTo>
                  <a:lnTo>
                    <a:pt x="175044" y="7270912"/>
                  </a:lnTo>
                  <a:lnTo>
                    <a:pt x="143996" y="7239864"/>
                  </a:lnTo>
                  <a:lnTo>
                    <a:pt x="115521" y="7206406"/>
                  </a:lnTo>
                  <a:lnTo>
                    <a:pt x="89782" y="7170702"/>
                  </a:lnTo>
                  <a:lnTo>
                    <a:pt x="66945" y="7132916"/>
                  </a:lnTo>
                  <a:lnTo>
                    <a:pt x="47171" y="7093212"/>
                  </a:lnTo>
                  <a:lnTo>
                    <a:pt x="30626" y="7051753"/>
                  </a:lnTo>
                  <a:lnTo>
                    <a:pt x="17472" y="7008703"/>
                  </a:lnTo>
                  <a:lnTo>
                    <a:pt x="7874" y="6964226"/>
                  </a:lnTo>
                  <a:lnTo>
                    <a:pt x="1996" y="6918485"/>
                  </a:lnTo>
                  <a:lnTo>
                    <a:pt x="77" y="6873462"/>
                  </a:lnTo>
                  <a:lnTo>
                    <a:pt x="0" y="543263"/>
                  </a:lnTo>
                  <a:lnTo>
                    <a:pt x="681" y="515753"/>
                  </a:lnTo>
                  <a:lnTo>
                    <a:pt x="6132" y="460734"/>
                  </a:lnTo>
                  <a:lnTo>
                    <a:pt x="13655" y="420904"/>
                  </a:lnTo>
                  <a:lnTo>
                    <a:pt x="23620" y="381556"/>
                  </a:lnTo>
                  <a:lnTo>
                    <a:pt x="37701" y="344309"/>
                  </a:lnTo>
                  <a:lnTo>
                    <a:pt x="54508" y="307061"/>
                  </a:lnTo>
                  <a:lnTo>
                    <a:pt x="73160" y="272824"/>
                  </a:lnTo>
                  <a:lnTo>
                    <a:pt x="93799" y="239835"/>
                  </a:lnTo>
                  <a:lnTo>
                    <a:pt x="120542" y="202020"/>
                  </a:lnTo>
                  <a:lnTo>
                    <a:pt x="146320" y="172040"/>
                  </a:lnTo>
                  <a:lnTo>
                    <a:pt x="169429" y="149613"/>
                  </a:lnTo>
                  <a:lnTo>
                    <a:pt x="188507" y="132011"/>
                  </a:lnTo>
                  <a:lnTo>
                    <a:pt x="234118" y="96333"/>
                  </a:lnTo>
                  <a:lnTo>
                    <a:pt x="272682" y="72052"/>
                  </a:lnTo>
                  <a:lnTo>
                    <a:pt x="313503" y="50923"/>
                  </a:lnTo>
                  <a:lnTo>
                    <a:pt x="356346" y="33159"/>
                  </a:lnTo>
                  <a:lnTo>
                    <a:pt x="400978" y="18971"/>
                  </a:lnTo>
                  <a:lnTo>
                    <a:pt x="447165" y="8573"/>
                  </a:lnTo>
                  <a:lnTo>
                    <a:pt x="495225" y="2104"/>
                  </a:lnTo>
                  <a:lnTo>
                    <a:pt x="496333" y="2104"/>
                  </a:lnTo>
                  <a:lnTo>
                    <a:pt x="543264" y="0"/>
                  </a:lnTo>
                  <a:lnTo>
                    <a:pt x="3126944" y="0"/>
                  </a:lnTo>
                  <a:lnTo>
                    <a:pt x="3175462" y="2104"/>
                  </a:lnTo>
                  <a:lnTo>
                    <a:pt x="3222788" y="8318"/>
                  </a:lnTo>
                  <a:lnTo>
                    <a:pt x="3268750" y="18492"/>
                  </a:lnTo>
                  <a:lnTo>
                    <a:pt x="3313180" y="32477"/>
                  </a:lnTo>
                  <a:lnTo>
                    <a:pt x="3322528" y="36338"/>
                  </a:lnTo>
                  <a:lnTo>
                    <a:pt x="543264" y="36338"/>
                  </a:lnTo>
                  <a:lnTo>
                    <a:pt x="494468" y="38661"/>
                  </a:lnTo>
                  <a:lnTo>
                    <a:pt x="446980" y="45488"/>
                  </a:lnTo>
                  <a:lnTo>
                    <a:pt x="401011" y="56608"/>
                  </a:lnTo>
                  <a:lnTo>
                    <a:pt x="356776" y="71812"/>
                  </a:lnTo>
                  <a:lnTo>
                    <a:pt x="314486" y="90887"/>
                  </a:lnTo>
                  <a:lnTo>
                    <a:pt x="274355" y="113624"/>
                  </a:lnTo>
                  <a:lnTo>
                    <a:pt x="236597" y="139811"/>
                  </a:lnTo>
                  <a:lnTo>
                    <a:pt x="201424" y="169237"/>
                  </a:lnTo>
                  <a:lnTo>
                    <a:pt x="169048" y="201693"/>
                  </a:lnTo>
                  <a:lnTo>
                    <a:pt x="139684" y="236967"/>
                  </a:lnTo>
                  <a:lnTo>
                    <a:pt x="113544" y="274847"/>
                  </a:lnTo>
                  <a:lnTo>
                    <a:pt x="90841" y="315125"/>
                  </a:lnTo>
                  <a:lnTo>
                    <a:pt x="71788" y="357588"/>
                  </a:lnTo>
                  <a:lnTo>
                    <a:pt x="56599" y="402025"/>
                  </a:lnTo>
                  <a:lnTo>
                    <a:pt x="45485" y="448227"/>
                  </a:lnTo>
                  <a:lnTo>
                    <a:pt x="38661" y="495982"/>
                  </a:lnTo>
                  <a:lnTo>
                    <a:pt x="36425" y="543263"/>
                  </a:lnTo>
                  <a:lnTo>
                    <a:pt x="36339" y="6873462"/>
                  </a:lnTo>
                  <a:lnTo>
                    <a:pt x="38661" y="6922257"/>
                  </a:lnTo>
                  <a:lnTo>
                    <a:pt x="45485" y="6969746"/>
                  </a:lnTo>
                  <a:lnTo>
                    <a:pt x="56599" y="7015714"/>
                  </a:lnTo>
                  <a:lnTo>
                    <a:pt x="71788" y="7059949"/>
                  </a:lnTo>
                  <a:lnTo>
                    <a:pt x="90841" y="7102239"/>
                  </a:lnTo>
                  <a:lnTo>
                    <a:pt x="113544" y="7142369"/>
                  </a:lnTo>
                  <a:lnTo>
                    <a:pt x="139684" y="7180128"/>
                  </a:lnTo>
                  <a:lnTo>
                    <a:pt x="169048" y="7215301"/>
                  </a:lnTo>
                  <a:lnTo>
                    <a:pt x="201424" y="7247677"/>
                  </a:lnTo>
                  <a:lnTo>
                    <a:pt x="236597" y="7277041"/>
                  </a:lnTo>
                  <a:lnTo>
                    <a:pt x="274355" y="7303181"/>
                  </a:lnTo>
                  <a:lnTo>
                    <a:pt x="314486" y="7325884"/>
                  </a:lnTo>
                  <a:lnTo>
                    <a:pt x="356776" y="7344937"/>
                  </a:lnTo>
                  <a:lnTo>
                    <a:pt x="401011" y="7360127"/>
                  </a:lnTo>
                  <a:lnTo>
                    <a:pt x="446980" y="7371240"/>
                  </a:lnTo>
                  <a:lnTo>
                    <a:pt x="494468" y="7378065"/>
                  </a:lnTo>
                  <a:lnTo>
                    <a:pt x="543264" y="7380387"/>
                  </a:lnTo>
                  <a:lnTo>
                    <a:pt x="3314994" y="7380387"/>
                  </a:lnTo>
                  <a:lnTo>
                    <a:pt x="3305235" y="7384281"/>
                  </a:lnTo>
                  <a:lnTo>
                    <a:pt x="3262185" y="7397435"/>
                  </a:lnTo>
                  <a:lnTo>
                    <a:pt x="3217708" y="7407033"/>
                  </a:lnTo>
                  <a:lnTo>
                    <a:pt x="3171967" y="7412912"/>
                  </a:lnTo>
                  <a:lnTo>
                    <a:pt x="3125127" y="7414908"/>
                  </a:lnTo>
                  <a:close/>
                </a:path>
                <a:path w="3361055" h="7415530">
                  <a:moveTo>
                    <a:pt x="3360950" y="94829"/>
                  </a:moveTo>
                  <a:lnTo>
                    <a:pt x="3311667" y="71812"/>
                  </a:lnTo>
                  <a:lnTo>
                    <a:pt x="3267408" y="56608"/>
                  </a:lnTo>
                  <a:lnTo>
                    <a:pt x="3221423" y="45488"/>
                  </a:lnTo>
                  <a:lnTo>
                    <a:pt x="3173925" y="38661"/>
                  </a:lnTo>
                  <a:lnTo>
                    <a:pt x="3125127" y="36338"/>
                  </a:lnTo>
                  <a:lnTo>
                    <a:pt x="3322528" y="36338"/>
                  </a:lnTo>
                  <a:lnTo>
                    <a:pt x="3355906" y="50125"/>
                  </a:lnTo>
                  <a:lnTo>
                    <a:pt x="3360950" y="52737"/>
                  </a:lnTo>
                  <a:lnTo>
                    <a:pt x="3360950" y="94829"/>
                  </a:lnTo>
                  <a:close/>
                </a:path>
                <a:path w="3361055" h="7415530">
                  <a:moveTo>
                    <a:pt x="3314994" y="7380387"/>
                  </a:moveTo>
                  <a:lnTo>
                    <a:pt x="3125127" y="7380387"/>
                  </a:lnTo>
                  <a:lnTo>
                    <a:pt x="3173922" y="7378065"/>
                  </a:lnTo>
                  <a:lnTo>
                    <a:pt x="3221410" y="7371240"/>
                  </a:lnTo>
                  <a:lnTo>
                    <a:pt x="3267379" y="7360127"/>
                  </a:lnTo>
                  <a:lnTo>
                    <a:pt x="3311614" y="7344937"/>
                  </a:lnTo>
                  <a:lnTo>
                    <a:pt x="3353904" y="7325884"/>
                  </a:lnTo>
                  <a:lnTo>
                    <a:pt x="3360950" y="7321898"/>
                  </a:lnTo>
                  <a:lnTo>
                    <a:pt x="3360950" y="7360637"/>
                  </a:lnTo>
                  <a:lnTo>
                    <a:pt x="3346694" y="7367736"/>
                  </a:lnTo>
                  <a:lnTo>
                    <a:pt x="3314994" y="7380387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0677552" y="2086923"/>
            <a:ext cx="3748404" cy="7415530"/>
            <a:chOff x="10677552" y="2086923"/>
            <a:chExt cx="3748404" cy="7415530"/>
          </a:xfrm>
        </p:grpSpPr>
        <p:sp>
          <p:nvSpPr>
            <p:cNvPr id="10" name="object 10"/>
            <p:cNvSpPr/>
            <p:nvPr/>
          </p:nvSpPr>
          <p:spPr>
            <a:xfrm>
              <a:off x="10753863" y="2123261"/>
              <a:ext cx="3596004" cy="7342505"/>
            </a:xfrm>
            <a:custGeom>
              <a:avLst/>
              <a:gdLst/>
              <a:ahLst/>
              <a:cxnLst/>
              <a:rect l="l" t="t" r="r" b="b"/>
              <a:pathLst>
                <a:path w="3596005" h="7342505">
                  <a:moveTo>
                    <a:pt x="3088788" y="7342232"/>
                  </a:moveTo>
                  <a:lnTo>
                    <a:pt x="506924" y="7342232"/>
                  </a:lnTo>
                  <a:lnTo>
                    <a:pt x="458129" y="7339910"/>
                  </a:lnTo>
                  <a:lnTo>
                    <a:pt x="410640" y="7333085"/>
                  </a:lnTo>
                  <a:lnTo>
                    <a:pt x="364672" y="7321972"/>
                  </a:lnTo>
                  <a:lnTo>
                    <a:pt x="320436" y="7306782"/>
                  </a:lnTo>
                  <a:lnTo>
                    <a:pt x="278147" y="7287729"/>
                  </a:lnTo>
                  <a:lnTo>
                    <a:pt x="238016" y="7265026"/>
                  </a:lnTo>
                  <a:lnTo>
                    <a:pt x="200258" y="7238886"/>
                  </a:lnTo>
                  <a:lnTo>
                    <a:pt x="165085" y="7209522"/>
                  </a:lnTo>
                  <a:lnTo>
                    <a:pt x="132709" y="7177146"/>
                  </a:lnTo>
                  <a:lnTo>
                    <a:pt x="103345" y="7141973"/>
                  </a:lnTo>
                  <a:lnTo>
                    <a:pt x="77205" y="7104214"/>
                  </a:lnTo>
                  <a:lnTo>
                    <a:pt x="54502" y="7064084"/>
                  </a:lnTo>
                  <a:lnTo>
                    <a:pt x="35449" y="7021794"/>
                  </a:lnTo>
                  <a:lnTo>
                    <a:pt x="20259" y="6977559"/>
                  </a:lnTo>
                  <a:lnTo>
                    <a:pt x="9146" y="6931591"/>
                  </a:lnTo>
                  <a:lnTo>
                    <a:pt x="2322" y="6884102"/>
                  </a:lnTo>
                  <a:lnTo>
                    <a:pt x="0" y="6835307"/>
                  </a:lnTo>
                  <a:lnTo>
                    <a:pt x="0" y="506924"/>
                  </a:lnTo>
                  <a:lnTo>
                    <a:pt x="2322" y="458129"/>
                  </a:lnTo>
                  <a:lnTo>
                    <a:pt x="9146" y="410640"/>
                  </a:lnTo>
                  <a:lnTo>
                    <a:pt x="20259" y="364672"/>
                  </a:lnTo>
                  <a:lnTo>
                    <a:pt x="35449" y="320436"/>
                  </a:lnTo>
                  <a:lnTo>
                    <a:pt x="54502" y="278147"/>
                  </a:lnTo>
                  <a:lnTo>
                    <a:pt x="77205" y="238017"/>
                  </a:lnTo>
                  <a:lnTo>
                    <a:pt x="103345" y="200258"/>
                  </a:lnTo>
                  <a:lnTo>
                    <a:pt x="132709" y="165085"/>
                  </a:lnTo>
                  <a:lnTo>
                    <a:pt x="165085" y="132709"/>
                  </a:lnTo>
                  <a:lnTo>
                    <a:pt x="200258" y="103345"/>
                  </a:lnTo>
                  <a:lnTo>
                    <a:pt x="238016" y="77205"/>
                  </a:lnTo>
                  <a:lnTo>
                    <a:pt x="278147" y="54502"/>
                  </a:lnTo>
                  <a:lnTo>
                    <a:pt x="320436" y="35449"/>
                  </a:lnTo>
                  <a:lnTo>
                    <a:pt x="364672" y="20259"/>
                  </a:lnTo>
                  <a:lnTo>
                    <a:pt x="410640" y="9146"/>
                  </a:lnTo>
                  <a:lnTo>
                    <a:pt x="458129" y="2322"/>
                  </a:lnTo>
                  <a:lnTo>
                    <a:pt x="506924" y="0"/>
                  </a:lnTo>
                  <a:lnTo>
                    <a:pt x="3088788" y="0"/>
                  </a:lnTo>
                  <a:lnTo>
                    <a:pt x="3137583" y="2322"/>
                  </a:lnTo>
                  <a:lnTo>
                    <a:pt x="3185072" y="9146"/>
                  </a:lnTo>
                  <a:lnTo>
                    <a:pt x="3231040" y="20259"/>
                  </a:lnTo>
                  <a:lnTo>
                    <a:pt x="3275276" y="35449"/>
                  </a:lnTo>
                  <a:lnTo>
                    <a:pt x="3317565" y="54502"/>
                  </a:lnTo>
                  <a:lnTo>
                    <a:pt x="3357696" y="77205"/>
                  </a:lnTo>
                  <a:lnTo>
                    <a:pt x="3395454" y="103345"/>
                  </a:lnTo>
                  <a:lnTo>
                    <a:pt x="3430627" y="132709"/>
                  </a:lnTo>
                  <a:lnTo>
                    <a:pt x="3463003" y="165085"/>
                  </a:lnTo>
                  <a:lnTo>
                    <a:pt x="3481419" y="187144"/>
                  </a:lnTo>
                  <a:lnTo>
                    <a:pt x="488755" y="187144"/>
                  </a:lnTo>
                  <a:lnTo>
                    <a:pt x="440183" y="191074"/>
                  </a:lnTo>
                  <a:lnTo>
                    <a:pt x="394086" y="202450"/>
                  </a:lnTo>
                  <a:lnTo>
                    <a:pt x="351084" y="220650"/>
                  </a:lnTo>
                  <a:lnTo>
                    <a:pt x="311800" y="245053"/>
                  </a:lnTo>
                  <a:lnTo>
                    <a:pt x="276855" y="275038"/>
                  </a:lnTo>
                  <a:lnTo>
                    <a:pt x="246870" y="309983"/>
                  </a:lnTo>
                  <a:lnTo>
                    <a:pt x="222467" y="349267"/>
                  </a:lnTo>
                  <a:lnTo>
                    <a:pt x="204267" y="392268"/>
                  </a:lnTo>
                  <a:lnTo>
                    <a:pt x="193011" y="437881"/>
                  </a:lnTo>
                  <a:lnTo>
                    <a:pt x="192891" y="438366"/>
                  </a:lnTo>
                  <a:lnTo>
                    <a:pt x="188961" y="486938"/>
                  </a:lnTo>
                  <a:lnTo>
                    <a:pt x="188961" y="6864377"/>
                  </a:lnTo>
                  <a:lnTo>
                    <a:pt x="192891" y="6912949"/>
                  </a:lnTo>
                  <a:lnTo>
                    <a:pt x="204267" y="6959047"/>
                  </a:lnTo>
                  <a:lnTo>
                    <a:pt x="222467" y="7002048"/>
                  </a:lnTo>
                  <a:lnTo>
                    <a:pt x="246870" y="7041332"/>
                  </a:lnTo>
                  <a:lnTo>
                    <a:pt x="276855" y="7076277"/>
                  </a:lnTo>
                  <a:lnTo>
                    <a:pt x="311800" y="7106262"/>
                  </a:lnTo>
                  <a:lnTo>
                    <a:pt x="351084" y="7130665"/>
                  </a:lnTo>
                  <a:lnTo>
                    <a:pt x="394086" y="7148865"/>
                  </a:lnTo>
                  <a:lnTo>
                    <a:pt x="440183" y="7160241"/>
                  </a:lnTo>
                  <a:lnTo>
                    <a:pt x="488755" y="7164171"/>
                  </a:lnTo>
                  <a:lnTo>
                    <a:pt x="3473835" y="7164171"/>
                  </a:lnTo>
                  <a:lnTo>
                    <a:pt x="3463003" y="7177146"/>
                  </a:lnTo>
                  <a:lnTo>
                    <a:pt x="3430627" y="7209522"/>
                  </a:lnTo>
                  <a:lnTo>
                    <a:pt x="3395454" y="7238886"/>
                  </a:lnTo>
                  <a:lnTo>
                    <a:pt x="3357696" y="7265026"/>
                  </a:lnTo>
                  <a:lnTo>
                    <a:pt x="3317565" y="7287729"/>
                  </a:lnTo>
                  <a:lnTo>
                    <a:pt x="3275276" y="7306782"/>
                  </a:lnTo>
                  <a:lnTo>
                    <a:pt x="3231040" y="7321972"/>
                  </a:lnTo>
                  <a:lnTo>
                    <a:pt x="3185072" y="7333085"/>
                  </a:lnTo>
                  <a:lnTo>
                    <a:pt x="3137583" y="7339910"/>
                  </a:lnTo>
                  <a:lnTo>
                    <a:pt x="3088788" y="7342232"/>
                  </a:lnTo>
                  <a:close/>
                </a:path>
                <a:path w="3596005" h="7342505">
                  <a:moveTo>
                    <a:pt x="2550975" y="437881"/>
                  </a:moveTo>
                  <a:lnTo>
                    <a:pt x="1048371" y="437881"/>
                  </a:lnTo>
                  <a:lnTo>
                    <a:pt x="1003679" y="431799"/>
                  </a:lnTo>
                  <a:lnTo>
                    <a:pt x="963379" y="414664"/>
                  </a:lnTo>
                  <a:lnTo>
                    <a:pt x="929135" y="388142"/>
                  </a:lnTo>
                  <a:lnTo>
                    <a:pt x="902612" y="353898"/>
                  </a:lnTo>
                  <a:lnTo>
                    <a:pt x="885477" y="313597"/>
                  </a:lnTo>
                  <a:lnTo>
                    <a:pt x="879396" y="268906"/>
                  </a:lnTo>
                  <a:lnTo>
                    <a:pt x="879396" y="187144"/>
                  </a:lnTo>
                  <a:lnTo>
                    <a:pt x="2719950" y="187144"/>
                  </a:lnTo>
                  <a:lnTo>
                    <a:pt x="2719950" y="232567"/>
                  </a:lnTo>
                  <a:lnTo>
                    <a:pt x="2229379" y="232567"/>
                  </a:lnTo>
                  <a:lnTo>
                    <a:pt x="2212316" y="236088"/>
                  </a:lnTo>
                  <a:lnTo>
                    <a:pt x="2197809" y="245740"/>
                  </a:lnTo>
                  <a:lnTo>
                    <a:pt x="2196857" y="247103"/>
                  </a:lnTo>
                  <a:lnTo>
                    <a:pt x="1558929" y="247103"/>
                  </a:lnTo>
                  <a:lnTo>
                    <a:pt x="1547204" y="249374"/>
                  </a:lnTo>
                  <a:lnTo>
                    <a:pt x="1537353" y="255733"/>
                  </a:lnTo>
                  <a:lnTo>
                    <a:pt x="1530568" y="265499"/>
                  </a:lnTo>
                  <a:lnTo>
                    <a:pt x="1528042" y="277991"/>
                  </a:lnTo>
                  <a:lnTo>
                    <a:pt x="1530568" y="290482"/>
                  </a:lnTo>
                  <a:lnTo>
                    <a:pt x="1537353" y="300248"/>
                  </a:lnTo>
                  <a:lnTo>
                    <a:pt x="1547204" y="306607"/>
                  </a:lnTo>
                  <a:lnTo>
                    <a:pt x="1558929" y="308878"/>
                  </a:lnTo>
                  <a:lnTo>
                    <a:pt x="2196215" y="308878"/>
                  </a:lnTo>
                  <a:lnTo>
                    <a:pt x="2197127" y="310241"/>
                  </a:lnTo>
                  <a:lnTo>
                    <a:pt x="2211550" y="319894"/>
                  </a:lnTo>
                  <a:lnTo>
                    <a:pt x="2229379" y="323414"/>
                  </a:lnTo>
                  <a:lnTo>
                    <a:pt x="2709695" y="323414"/>
                  </a:lnTo>
                  <a:lnTo>
                    <a:pt x="2696734" y="353898"/>
                  </a:lnTo>
                  <a:lnTo>
                    <a:pt x="2670212" y="388142"/>
                  </a:lnTo>
                  <a:lnTo>
                    <a:pt x="2635967" y="414664"/>
                  </a:lnTo>
                  <a:lnTo>
                    <a:pt x="2595667" y="431799"/>
                  </a:lnTo>
                  <a:lnTo>
                    <a:pt x="2550975" y="437881"/>
                  </a:lnTo>
                  <a:close/>
                </a:path>
                <a:path w="3596005" h="7342505">
                  <a:moveTo>
                    <a:pt x="3473835" y="7164171"/>
                  </a:moveTo>
                  <a:lnTo>
                    <a:pt x="3110592" y="7164171"/>
                  </a:lnTo>
                  <a:lnTo>
                    <a:pt x="3159163" y="7160241"/>
                  </a:lnTo>
                  <a:lnTo>
                    <a:pt x="3205261" y="7148865"/>
                  </a:lnTo>
                  <a:lnTo>
                    <a:pt x="3248262" y="7130665"/>
                  </a:lnTo>
                  <a:lnTo>
                    <a:pt x="3287546" y="7106262"/>
                  </a:lnTo>
                  <a:lnTo>
                    <a:pt x="3322491" y="7076277"/>
                  </a:lnTo>
                  <a:lnTo>
                    <a:pt x="3352476" y="7041332"/>
                  </a:lnTo>
                  <a:lnTo>
                    <a:pt x="3376879" y="7002048"/>
                  </a:lnTo>
                  <a:lnTo>
                    <a:pt x="3395079" y="6959047"/>
                  </a:lnTo>
                  <a:lnTo>
                    <a:pt x="3406455" y="6912949"/>
                  </a:lnTo>
                  <a:lnTo>
                    <a:pt x="3410385" y="6864377"/>
                  </a:lnTo>
                  <a:lnTo>
                    <a:pt x="3408568" y="6864377"/>
                  </a:lnTo>
                  <a:lnTo>
                    <a:pt x="3408568" y="486938"/>
                  </a:lnTo>
                  <a:lnTo>
                    <a:pt x="3404638" y="438366"/>
                  </a:lnTo>
                  <a:lnTo>
                    <a:pt x="3393262" y="392268"/>
                  </a:lnTo>
                  <a:lnTo>
                    <a:pt x="3375062" y="349267"/>
                  </a:lnTo>
                  <a:lnTo>
                    <a:pt x="3350658" y="309983"/>
                  </a:lnTo>
                  <a:lnTo>
                    <a:pt x="3320674" y="275038"/>
                  </a:lnTo>
                  <a:lnTo>
                    <a:pt x="3285729" y="245053"/>
                  </a:lnTo>
                  <a:lnTo>
                    <a:pt x="3246445" y="220650"/>
                  </a:lnTo>
                  <a:lnTo>
                    <a:pt x="3203444" y="202450"/>
                  </a:lnTo>
                  <a:lnTo>
                    <a:pt x="3157346" y="191074"/>
                  </a:lnTo>
                  <a:lnTo>
                    <a:pt x="3108774" y="187144"/>
                  </a:lnTo>
                  <a:lnTo>
                    <a:pt x="3481419" y="187144"/>
                  </a:lnTo>
                  <a:lnTo>
                    <a:pt x="3518507" y="238017"/>
                  </a:lnTo>
                  <a:lnTo>
                    <a:pt x="3541122" y="277991"/>
                  </a:lnTo>
                  <a:lnTo>
                    <a:pt x="3560263" y="320436"/>
                  </a:lnTo>
                  <a:lnTo>
                    <a:pt x="3575453" y="364672"/>
                  </a:lnTo>
                  <a:lnTo>
                    <a:pt x="3586567" y="410640"/>
                  </a:lnTo>
                  <a:lnTo>
                    <a:pt x="3593391" y="458129"/>
                  </a:lnTo>
                  <a:lnTo>
                    <a:pt x="3595713" y="506924"/>
                  </a:lnTo>
                  <a:lnTo>
                    <a:pt x="3595713" y="6835307"/>
                  </a:lnTo>
                  <a:lnTo>
                    <a:pt x="3593391" y="6884102"/>
                  </a:lnTo>
                  <a:lnTo>
                    <a:pt x="3586567" y="6931591"/>
                  </a:lnTo>
                  <a:lnTo>
                    <a:pt x="3575453" y="6977559"/>
                  </a:lnTo>
                  <a:lnTo>
                    <a:pt x="3560263" y="7021794"/>
                  </a:lnTo>
                  <a:lnTo>
                    <a:pt x="3541210" y="7064084"/>
                  </a:lnTo>
                  <a:lnTo>
                    <a:pt x="3518507" y="7104214"/>
                  </a:lnTo>
                  <a:lnTo>
                    <a:pt x="3492367" y="7141973"/>
                  </a:lnTo>
                  <a:lnTo>
                    <a:pt x="3473835" y="7164171"/>
                  </a:lnTo>
                  <a:close/>
                </a:path>
                <a:path w="3596005" h="7342505">
                  <a:moveTo>
                    <a:pt x="2709695" y="323414"/>
                  </a:moveTo>
                  <a:lnTo>
                    <a:pt x="2229379" y="323414"/>
                  </a:lnTo>
                  <a:lnTo>
                    <a:pt x="2247207" y="319894"/>
                  </a:lnTo>
                  <a:lnTo>
                    <a:pt x="2261628" y="310241"/>
                  </a:lnTo>
                  <a:lnTo>
                    <a:pt x="2271281" y="295819"/>
                  </a:lnTo>
                  <a:lnTo>
                    <a:pt x="2274770" y="278147"/>
                  </a:lnTo>
                  <a:lnTo>
                    <a:pt x="2274801" y="277991"/>
                  </a:lnTo>
                  <a:lnTo>
                    <a:pt x="2271281" y="260162"/>
                  </a:lnTo>
                  <a:lnTo>
                    <a:pt x="2261628" y="245740"/>
                  </a:lnTo>
                  <a:lnTo>
                    <a:pt x="2247207" y="236088"/>
                  </a:lnTo>
                  <a:lnTo>
                    <a:pt x="2229379" y="232567"/>
                  </a:lnTo>
                  <a:lnTo>
                    <a:pt x="2719950" y="232567"/>
                  </a:lnTo>
                  <a:lnTo>
                    <a:pt x="2719950" y="268906"/>
                  </a:lnTo>
                  <a:lnTo>
                    <a:pt x="2713869" y="313597"/>
                  </a:lnTo>
                  <a:lnTo>
                    <a:pt x="2709695" y="323414"/>
                  </a:lnTo>
                  <a:close/>
                </a:path>
                <a:path w="3596005" h="7342505">
                  <a:moveTo>
                    <a:pt x="2196215" y="308878"/>
                  </a:moveTo>
                  <a:lnTo>
                    <a:pt x="1994994" y="308878"/>
                  </a:lnTo>
                  <a:lnTo>
                    <a:pt x="2006718" y="306607"/>
                  </a:lnTo>
                  <a:lnTo>
                    <a:pt x="2016569" y="300248"/>
                  </a:lnTo>
                  <a:lnTo>
                    <a:pt x="2023355" y="290482"/>
                  </a:lnTo>
                  <a:lnTo>
                    <a:pt x="2025850" y="278147"/>
                  </a:lnTo>
                  <a:lnTo>
                    <a:pt x="2025881" y="277991"/>
                  </a:lnTo>
                  <a:lnTo>
                    <a:pt x="2023355" y="265499"/>
                  </a:lnTo>
                  <a:lnTo>
                    <a:pt x="2016569" y="255733"/>
                  </a:lnTo>
                  <a:lnTo>
                    <a:pt x="2006718" y="249374"/>
                  </a:lnTo>
                  <a:lnTo>
                    <a:pt x="1994994" y="247103"/>
                  </a:lnTo>
                  <a:lnTo>
                    <a:pt x="2196857" y="247103"/>
                  </a:lnTo>
                  <a:lnTo>
                    <a:pt x="2187731" y="260162"/>
                  </a:lnTo>
                  <a:lnTo>
                    <a:pt x="2183955" y="277991"/>
                  </a:lnTo>
                  <a:lnTo>
                    <a:pt x="2187475" y="295819"/>
                  </a:lnTo>
                  <a:lnTo>
                    <a:pt x="2196215" y="308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42824" y="2310406"/>
              <a:ext cx="3219606" cy="697702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281905" y="2370364"/>
              <a:ext cx="497840" cy="62230"/>
            </a:xfrm>
            <a:custGeom>
              <a:avLst/>
              <a:gdLst/>
              <a:ahLst/>
              <a:cxnLst/>
              <a:rect l="l" t="t" r="r" b="b"/>
              <a:pathLst>
                <a:path w="497840" h="62230">
                  <a:moveTo>
                    <a:pt x="466952" y="61775"/>
                  </a:moveTo>
                  <a:lnTo>
                    <a:pt x="30887" y="61775"/>
                  </a:lnTo>
                  <a:lnTo>
                    <a:pt x="19162" y="59504"/>
                  </a:lnTo>
                  <a:lnTo>
                    <a:pt x="9311" y="53145"/>
                  </a:lnTo>
                  <a:lnTo>
                    <a:pt x="2526" y="43379"/>
                  </a:lnTo>
                  <a:lnTo>
                    <a:pt x="0" y="30887"/>
                  </a:lnTo>
                  <a:lnTo>
                    <a:pt x="2526" y="18396"/>
                  </a:lnTo>
                  <a:lnTo>
                    <a:pt x="9311" y="8630"/>
                  </a:lnTo>
                  <a:lnTo>
                    <a:pt x="19162" y="2271"/>
                  </a:lnTo>
                  <a:lnTo>
                    <a:pt x="30887" y="0"/>
                  </a:lnTo>
                  <a:lnTo>
                    <a:pt x="466952" y="0"/>
                  </a:lnTo>
                  <a:lnTo>
                    <a:pt x="478676" y="2271"/>
                  </a:lnTo>
                  <a:lnTo>
                    <a:pt x="488527" y="8630"/>
                  </a:lnTo>
                  <a:lnTo>
                    <a:pt x="495313" y="18396"/>
                  </a:lnTo>
                  <a:lnTo>
                    <a:pt x="497839" y="30887"/>
                  </a:lnTo>
                  <a:lnTo>
                    <a:pt x="495313" y="43379"/>
                  </a:lnTo>
                  <a:lnTo>
                    <a:pt x="488527" y="53145"/>
                  </a:lnTo>
                  <a:lnTo>
                    <a:pt x="478676" y="59504"/>
                  </a:lnTo>
                  <a:lnTo>
                    <a:pt x="466952" y="6177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37818" y="2355829"/>
              <a:ext cx="90846" cy="9084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677550" y="3068078"/>
              <a:ext cx="3748404" cy="1755775"/>
            </a:xfrm>
            <a:custGeom>
              <a:avLst/>
              <a:gdLst/>
              <a:ahLst/>
              <a:cxnLst/>
              <a:rect l="l" t="t" r="r" b="b"/>
              <a:pathLst>
                <a:path w="3748405" h="1755775">
                  <a:moveTo>
                    <a:pt x="39966" y="1202804"/>
                  </a:moveTo>
                  <a:lnTo>
                    <a:pt x="24523" y="1205992"/>
                  </a:lnTo>
                  <a:lnTo>
                    <a:pt x="11811" y="1214615"/>
                  </a:lnTo>
                  <a:lnTo>
                    <a:pt x="3175" y="1227340"/>
                  </a:lnTo>
                  <a:lnTo>
                    <a:pt x="0" y="1242783"/>
                  </a:lnTo>
                  <a:lnTo>
                    <a:pt x="0" y="1715185"/>
                  </a:lnTo>
                  <a:lnTo>
                    <a:pt x="3175" y="1730629"/>
                  </a:lnTo>
                  <a:lnTo>
                    <a:pt x="11811" y="1743341"/>
                  </a:lnTo>
                  <a:lnTo>
                    <a:pt x="24523" y="1751977"/>
                  </a:lnTo>
                  <a:lnTo>
                    <a:pt x="39966" y="1755152"/>
                  </a:lnTo>
                  <a:lnTo>
                    <a:pt x="39966" y="1202804"/>
                  </a:lnTo>
                  <a:close/>
                </a:path>
                <a:path w="3748405" h="1755775">
                  <a:moveTo>
                    <a:pt x="39966" y="532358"/>
                  </a:moveTo>
                  <a:lnTo>
                    <a:pt x="24523" y="535254"/>
                  </a:lnTo>
                  <a:lnTo>
                    <a:pt x="11811" y="543255"/>
                  </a:lnTo>
                  <a:lnTo>
                    <a:pt x="3175" y="555358"/>
                  </a:lnTo>
                  <a:lnTo>
                    <a:pt x="0" y="570509"/>
                  </a:lnTo>
                  <a:lnTo>
                    <a:pt x="0" y="1042911"/>
                  </a:lnTo>
                  <a:lnTo>
                    <a:pt x="3175" y="1058354"/>
                  </a:lnTo>
                  <a:lnTo>
                    <a:pt x="11811" y="1071079"/>
                  </a:lnTo>
                  <a:lnTo>
                    <a:pt x="24523" y="1079703"/>
                  </a:lnTo>
                  <a:lnTo>
                    <a:pt x="39966" y="1082890"/>
                  </a:lnTo>
                  <a:lnTo>
                    <a:pt x="39966" y="532358"/>
                  </a:lnTo>
                  <a:close/>
                </a:path>
                <a:path w="3748405" h="1755775">
                  <a:moveTo>
                    <a:pt x="39966" y="0"/>
                  </a:moveTo>
                  <a:lnTo>
                    <a:pt x="24523" y="2895"/>
                  </a:lnTo>
                  <a:lnTo>
                    <a:pt x="11811" y="10896"/>
                  </a:lnTo>
                  <a:lnTo>
                    <a:pt x="3175" y="22987"/>
                  </a:lnTo>
                  <a:lnTo>
                    <a:pt x="0" y="38150"/>
                  </a:lnTo>
                  <a:lnTo>
                    <a:pt x="0" y="265264"/>
                  </a:lnTo>
                  <a:lnTo>
                    <a:pt x="3175" y="280708"/>
                  </a:lnTo>
                  <a:lnTo>
                    <a:pt x="11811" y="293433"/>
                  </a:lnTo>
                  <a:lnTo>
                    <a:pt x="24523" y="302056"/>
                  </a:lnTo>
                  <a:lnTo>
                    <a:pt x="39966" y="305244"/>
                  </a:lnTo>
                  <a:lnTo>
                    <a:pt x="39966" y="0"/>
                  </a:lnTo>
                  <a:close/>
                </a:path>
                <a:path w="3748405" h="1755775">
                  <a:moveTo>
                    <a:pt x="3748328" y="754024"/>
                  </a:moveTo>
                  <a:lnTo>
                    <a:pt x="3745153" y="738581"/>
                  </a:lnTo>
                  <a:lnTo>
                    <a:pt x="3736517" y="725855"/>
                  </a:lnTo>
                  <a:lnTo>
                    <a:pt x="3723805" y="717232"/>
                  </a:lnTo>
                  <a:lnTo>
                    <a:pt x="3708362" y="714044"/>
                  </a:lnTo>
                  <a:lnTo>
                    <a:pt x="3708362" y="1598891"/>
                  </a:lnTo>
                  <a:lnTo>
                    <a:pt x="3723805" y="1595716"/>
                  </a:lnTo>
                  <a:lnTo>
                    <a:pt x="3736517" y="1587093"/>
                  </a:lnTo>
                  <a:lnTo>
                    <a:pt x="3745153" y="1574368"/>
                  </a:lnTo>
                  <a:lnTo>
                    <a:pt x="3748328" y="1558925"/>
                  </a:lnTo>
                  <a:lnTo>
                    <a:pt x="3748328" y="754024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717524" y="2086923"/>
              <a:ext cx="3668395" cy="7415530"/>
            </a:xfrm>
            <a:custGeom>
              <a:avLst/>
              <a:gdLst/>
              <a:ahLst/>
              <a:cxnLst/>
              <a:rect l="l" t="t" r="r" b="b"/>
              <a:pathLst>
                <a:path w="3668394" h="7415530">
                  <a:moveTo>
                    <a:pt x="3125127" y="7414908"/>
                  </a:moveTo>
                  <a:lnTo>
                    <a:pt x="543263" y="7414908"/>
                  </a:lnTo>
                  <a:lnTo>
                    <a:pt x="496423" y="7412912"/>
                  </a:lnTo>
                  <a:lnTo>
                    <a:pt x="450682" y="7407033"/>
                  </a:lnTo>
                  <a:lnTo>
                    <a:pt x="406205" y="7397435"/>
                  </a:lnTo>
                  <a:lnTo>
                    <a:pt x="363155" y="7384282"/>
                  </a:lnTo>
                  <a:lnTo>
                    <a:pt x="321696" y="7367737"/>
                  </a:lnTo>
                  <a:lnTo>
                    <a:pt x="281992" y="7347963"/>
                  </a:lnTo>
                  <a:lnTo>
                    <a:pt x="244206" y="7325126"/>
                  </a:lnTo>
                  <a:lnTo>
                    <a:pt x="208502" y="7299387"/>
                  </a:lnTo>
                  <a:lnTo>
                    <a:pt x="175044" y="7270912"/>
                  </a:lnTo>
                  <a:lnTo>
                    <a:pt x="143996" y="7239864"/>
                  </a:lnTo>
                  <a:lnTo>
                    <a:pt x="115521" y="7206406"/>
                  </a:lnTo>
                  <a:lnTo>
                    <a:pt x="89782" y="7170702"/>
                  </a:lnTo>
                  <a:lnTo>
                    <a:pt x="66945" y="7132916"/>
                  </a:lnTo>
                  <a:lnTo>
                    <a:pt x="47171" y="7093212"/>
                  </a:lnTo>
                  <a:lnTo>
                    <a:pt x="30626" y="7051753"/>
                  </a:lnTo>
                  <a:lnTo>
                    <a:pt x="17472" y="7008704"/>
                  </a:lnTo>
                  <a:lnTo>
                    <a:pt x="7874" y="6964227"/>
                  </a:lnTo>
                  <a:lnTo>
                    <a:pt x="1996" y="6918486"/>
                  </a:lnTo>
                  <a:lnTo>
                    <a:pt x="77" y="6873461"/>
                  </a:lnTo>
                  <a:lnTo>
                    <a:pt x="0" y="543263"/>
                  </a:lnTo>
                  <a:lnTo>
                    <a:pt x="681" y="515753"/>
                  </a:lnTo>
                  <a:lnTo>
                    <a:pt x="6132" y="460734"/>
                  </a:lnTo>
                  <a:lnTo>
                    <a:pt x="13655" y="420904"/>
                  </a:lnTo>
                  <a:lnTo>
                    <a:pt x="23620" y="381556"/>
                  </a:lnTo>
                  <a:lnTo>
                    <a:pt x="37701" y="344309"/>
                  </a:lnTo>
                  <a:lnTo>
                    <a:pt x="54508" y="307061"/>
                  </a:lnTo>
                  <a:lnTo>
                    <a:pt x="73160" y="272824"/>
                  </a:lnTo>
                  <a:lnTo>
                    <a:pt x="93799" y="239835"/>
                  </a:lnTo>
                  <a:lnTo>
                    <a:pt x="120542" y="202020"/>
                  </a:lnTo>
                  <a:lnTo>
                    <a:pt x="146320" y="172041"/>
                  </a:lnTo>
                  <a:lnTo>
                    <a:pt x="169429" y="149613"/>
                  </a:lnTo>
                  <a:lnTo>
                    <a:pt x="188507" y="132011"/>
                  </a:lnTo>
                  <a:lnTo>
                    <a:pt x="234118" y="96333"/>
                  </a:lnTo>
                  <a:lnTo>
                    <a:pt x="272682" y="72052"/>
                  </a:lnTo>
                  <a:lnTo>
                    <a:pt x="313503" y="50923"/>
                  </a:lnTo>
                  <a:lnTo>
                    <a:pt x="356346" y="33159"/>
                  </a:lnTo>
                  <a:lnTo>
                    <a:pt x="400978" y="18971"/>
                  </a:lnTo>
                  <a:lnTo>
                    <a:pt x="447164" y="8573"/>
                  </a:lnTo>
                  <a:lnTo>
                    <a:pt x="495225" y="2104"/>
                  </a:lnTo>
                  <a:lnTo>
                    <a:pt x="496333" y="2104"/>
                  </a:lnTo>
                  <a:lnTo>
                    <a:pt x="543263" y="0"/>
                  </a:lnTo>
                  <a:lnTo>
                    <a:pt x="3126944" y="0"/>
                  </a:lnTo>
                  <a:lnTo>
                    <a:pt x="3175462" y="2104"/>
                  </a:lnTo>
                  <a:lnTo>
                    <a:pt x="3222788" y="8318"/>
                  </a:lnTo>
                  <a:lnTo>
                    <a:pt x="3268750" y="18492"/>
                  </a:lnTo>
                  <a:lnTo>
                    <a:pt x="3313180" y="32477"/>
                  </a:lnTo>
                  <a:lnTo>
                    <a:pt x="3322528" y="36338"/>
                  </a:lnTo>
                  <a:lnTo>
                    <a:pt x="543263" y="36338"/>
                  </a:lnTo>
                  <a:lnTo>
                    <a:pt x="494468" y="38661"/>
                  </a:lnTo>
                  <a:lnTo>
                    <a:pt x="446979" y="45488"/>
                  </a:lnTo>
                  <a:lnTo>
                    <a:pt x="401011" y="56608"/>
                  </a:lnTo>
                  <a:lnTo>
                    <a:pt x="356775" y="71811"/>
                  </a:lnTo>
                  <a:lnTo>
                    <a:pt x="314486" y="90887"/>
                  </a:lnTo>
                  <a:lnTo>
                    <a:pt x="274355" y="113624"/>
                  </a:lnTo>
                  <a:lnTo>
                    <a:pt x="236597" y="139811"/>
                  </a:lnTo>
                  <a:lnTo>
                    <a:pt x="201424" y="169237"/>
                  </a:lnTo>
                  <a:lnTo>
                    <a:pt x="169048" y="201693"/>
                  </a:lnTo>
                  <a:lnTo>
                    <a:pt x="139684" y="236967"/>
                  </a:lnTo>
                  <a:lnTo>
                    <a:pt x="113544" y="274847"/>
                  </a:lnTo>
                  <a:lnTo>
                    <a:pt x="90841" y="315125"/>
                  </a:lnTo>
                  <a:lnTo>
                    <a:pt x="71788" y="357588"/>
                  </a:lnTo>
                  <a:lnTo>
                    <a:pt x="56598" y="402025"/>
                  </a:lnTo>
                  <a:lnTo>
                    <a:pt x="45485" y="448227"/>
                  </a:lnTo>
                  <a:lnTo>
                    <a:pt x="38660" y="495982"/>
                  </a:lnTo>
                  <a:lnTo>
                    <a:pt x="36424" y="543263"/>
                  </a:lnTo>
                  <a:lnTo>
                    <a:pt x="36338" y="6873461"/>
                  </a:lnTo>
                  <a:lnTo>
                    <a:pt x="38660" y="6922257"/>
                  </a:lnTo>
                  <a:lnTo>
                    <a:pt x="45485" y="6969745"/>
                  </a:lnTo>
                  <a:lnTo>
                    <a:pt x="56598" y="7015714"/>
                  </a:lnTo>
                  <a:lnTo>
                    <a:pt x="71788" y="7059949"/>
                  </a:lnTo>
                  <a:lnTo>
                    <a:pt x="90841" y="7102239"/>
                  </a:lnTo>
                  <a:lnTo>
                    <a:pt x="113544" y="7142370"/>
                  </a:lnTo>
                  <a:lnTo>
                    <a:pt x="139684" y="7180128"/>
                  </a:lnTo>
                  <a:lnTo>
                    <a:pt x="169048" y="7215301"/>
                  </a:lnTo>
                  <a:lnTo>
                    <a:pt x="201424" y="7247677"/>
                  </a:lnTo>
                  <a:lnTo>
                    <a:pt x="236597" y="7277041"/>
                  </a:lnTo>
                  <a:lnTo>
                    <a:pt x="274355" y="7303181"/>
                  </a:lnTo>
                  <a:lnTo>
                    <a:pt x="314486" y="7325884"/>
                  </a:lnTo>
                  <a:lnTo>
                    <a:pt x="356775" y="7344937"/>
                  </a:lnTo>
                  <a:lnTo>
                    <a:pt x="401011" y="7360126"/>
                  </a:lnTo>
                  <a:lnTo>
                    <a:pt x="446979" y="7371240"/>
                  </a:lnTo>
                  <a:lnTo>
                    <a:pt x="494468" y="7378064"/>
                  </a:lnTo>
                  <a:lnTo>
                    <a:pt x="543263" y="7380386"/>
                  </a:lnTo>
                  <a:lnTo>
                    <a:pt x="3314997" y="7380386"/>
                  </a:lnTo>
                  <a:lnTo>
                    <a:pt x="3305235" y="7384282"/>
                  </a:lnTo>
                  <a:lnTo>
                    <a:pt x="3262186" y="7397435"/>
                  </a:lnTo>
                  <a:lnTo>
                    <a:pt x="3217708" y="7407033"/>
                  </a:lnTo>
                  <a:lnTo>
                    <a:pt x="3171968" y="7412912"/>
                  </a:lnTo>
                  <a:lnTo>
                    <a:pt x="3125127" y="7414908"/>
                  </a:lnTo>
                  <a:close/>
                </a:path>
                <a:path w="3668394" h="7415530">
                  <a:moveTo>
                    <a:pt x="3314997" y="7380386"/>
                  </a:moveTo>
                  <a:lnTo>
                    <a:pt x="3125127" y="7380386"/>
                  </a:lnTo>
                  <a:lnTo>
                    <a:pt x="3173922" y="7378064"/>
                  </a:lnTo>
                  <a:lnTo>
                    <a:pt x="3221411" y="7371240"/>
                  </a:lnTo>
                  <a:lnTo>
                    <a:pt x="3267379" y="7360126"/>
                  </a:lnTo>
                  <a:lnTo>
                    <a:pt x="3311614" y="7344937"/>
                  </a:lnTo>
                  <a:lnTo>
                    <a:pt x="3353904" y="7325884"/>
                  </a:lnTo>
                  <a:lnTo>
                    <a:pt x="3394034" y="7303181"/>
                  </a:lnTo>
                  <a:lnTo>
                    <a:pt x="3431793" y="7277041"/>
                  </a:lnTo>
                  <a:lnTo>
                    <a:pt x="3466966" y="7247677"/>
                  </a:lnTo>
                  <a:lnTo>
                    <a:pt x="3499342" y="7215301"/>
                  </a:lnTo>
                  <a:lnTo>
                    <a:pt x="3528706" y="7180128"/>
                  </a:lnTo>
                  <a:lnTo>
                    <a:pt x="3554846" y="7142370"/>
                  </a:lnTo>
                  <a:lnTo>
                    <a:pt x="3577549" y="7102239"/>
                  </a:lnTo>
                  <a:lnTo>
                    <a:pt x="3596602" y="7059949"/>
                  </a:lnTo>
                  <a:lnTo>
                    <a:pt x="3611792" y="7015714"/>
                  </a:lnTo>
                  <a:lnTo>
                    <a:pt x="3622905" y="6969745"/>
                  </a:lnTo>
                  <a:lnTo>
                    <a:pt x="3629730" y="6922257"/>
                  </a:lnTo>
                  <a:lnTo>
                    <a:pt x="3632052" y="6873461"/>
                  </a:lnTo>
                  <a:lnTo>
                    <a:pt x="3632052" y="543263"/>
                  </a:lnTo>
                  <a:lnTo>
                    <a:pt x="3629802" y="495982"/>
                  </a:lnTo>
                  <a:lnTo>
                    <a:pt x="3629730" y="494468"/>
                  </a:lnTo>
                  <a:lnTo>
                    <a:pt x="3622905" y="446979"/>
                  </a:lnTo>
                  <a:lnTo>
                    <a:pt x="3611792" y="401011"/>
                  </a:lnTo>
                  <a:lnTo>
                    <a:pt x="3596602" y="356775"/>
                  </a:lnTo>
                  <a:lnTo>
                    <a:pt x="3577549" y="314486"/>
                  </a:lnTo>
                  <a:lnTo>
                    <a:pt x="3554846" y="274355"/>
                  </a:lnTo>
                  <a:lnTo>
                    <a:pt x="3528706" y="236597"/>
                  </a:lnTo>
                  <a:lnTo>
                    <a:pt x="3499342" y="201423"/>
                  </a:lnTo>
                  <a:lnTo>
                    <a:pt x="3466966" y="169048"/>
                  </a:lnTo>
                  <a:lnTo>
                    <a:pt x="3431945" y="139811"/>
                  </a:lnTo>
                  <a:lnTo>
                    <a:pt x="3394150" y="113624"/>
                  </a:lnTo>
                  <a:lnTo>
                    <a:pt x="3353986" y="90887"/>
                  </a:lnTo>
                  <a:lnTo>
                    <a:pt x="3311667" y="71811"/>
                  </a:lnTo>
                  <a:lnTo>
                    <a:pt x="3267408" y="56608"/>
                  </a:lnTo>
                  <a:lnTo>
                    <a:pt x="3221423" y="45488"/>
                  </a:lnTo>
                  <a:lnTo>
                    <a:pt x="3173925" y="38661"/>
                  </a:lnTo>
                  <a:lnTo>
                    <a:pt x="3125127" y="36338"/>
                  </a:lnTo>
                  <a:lnTo>
                    <a:pt x="3322528" y="36338"/>
                  </a:lnTo>
                  <a:lnTo>
                    <a:pt x="3396759" y="71286"/>
                  </a:lnTo>
                  <a:lnTo>
                    <a:pt x="3435567" y="95811"/>
                  </a:lnTo>
                  <a:lnTo>
                    <a:pt x="3472161" y="123551"/>
                  </a:lnTo>
                  <a:lnTo>
                    <a:pt x="3500778" y="148846"/>
                  </a:lnTo>
                  <a:lnTo>
                    <a:pt x="3536436" y="187371"/>
                  </a:lnTo>
                  <a:lnTo>
                    <a:pt x="3561192" y="218032"/>
                  </a:lnTo>
                  <a:lnTo>
                    <a:pt x="3583420" y="250736"/>
                  </a:lnTo>
                  <a:lnTo>
                    <a:pt x="3603662" y="283668"/>
                  </a:lnTo>
                  <a:lnTo>
                    <a:pt x="3623818" y="325089"/>
                  </a:lnTo>
                  <a:lnTo>
                    <a:pt x="3638695" y="362506"/>
                  </a:lnTo>
                  <a:lnTo>
                    <a:pt x="3651811" y="407901"/>
                  </a:lnTo>
                  <a:lnTo>
                    <a:pt x="3662258" y="460479"/>
                  </a:lnTo>
                  <a:lnTo>
                    <a:pt x="3667709" y="514987"/>
                  </a:lnTo>
                  <a:lnTo>
                    <a:pt x="3668390" y="543263"/>
                  </a:lnTo>
                  <a:lnTo>
                    <a:pt x="3668312" y="6873461"/>
                  </a:lnTo>
                  <a:lnTo>
                    <a:pt x="3666394" y="6918486"/>
                  </a:lnTo>
                  <a:lnTo>
                    <a:pt x="3660515" y="6964227"/>
                  </a:lnTo>
                  <a:lnTo>
                    <a:pt x="3650917" y="7008704"/>
                  </a:lnTo>
                  <a:lnTo>
                    <a:pt x="3637764" y="7051753"/>
                  </a:lnTo>
                  <a:lnTo>
                    <a:pt x="3621218" y="7093212"/>
                  </a:lnTo>
                  <a:lnTo>
                    <a:pt x="3601445" y="7132916"/>
                  </a:lnTo>
                  <a:lnTo>
                    <a:pt x="3578608" y="7170702"/>
                  </a:lnTo>
                  <a:lnTo>
                    <a:pt x="3552869" y="7206406"/>
                  </a:lnTo>
                  <a:lnTo>
                    <a:pt x="3524394" y="7239864"/>
                  </a:lnTo>
                  <a:lnTo>
                    <a:pt x="3493346" y="7270912"/>
                  </a:lnTo>
                  <a:lnTo>
                    <a:pt x="3459888" y="7299387"/>
                  </a:lnTo>
                  <a:lnTo>
                    <a:pt x="3424184" y="7325126"/>
                  </a:lnTo>
                  <a:lnTo>
                    <a:pt x="3386399" y="7347963"/>
                  </a:lnTo>
                  <a:lnTo>
                    <a:pt x="3346694" y="7367737"/>
                  </a:lnTo>
                  <a:lnTo>
                    <a:pt x="3314997" y="7380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277201" y="3146570"/>
            <a:ext cx="892873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943735" algn="l"/>
                <a:tab pos="2296160" algn="l"/>
                <a:tab pos="4406265" algn="l"/>
                <a:tab pos="5135245" algn="l"/>
                <a:tab pos="6985634" algn="l"/>
                <a:tab pos="7526020" algn="l"/>
              </a:tabLst>
            </a:pPr>
            <a:r>
              <a:rPr dirty="0" sz="2500" spc="185">
                <a:latin typeface="Times New Roman"/>
                <a:cs typeface="Times New Roman"/>
              </a:rPr>
              <a:t>Desarrollar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-50">
                <a:latin typeface="Times New Roman"/>
                <a:cs typeface="Times New Roman"/>
              </a:rPr>
              <a:t>e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185">
                <a:latin typeface="Times New Roman"/>
                <a:cs typeface="Times New Roman"/>
              </a:rPr>
              <a:t>implementar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125">
                <a:latin typeface="Times New Roman"/>
                <a:cs typeface="Times New Roman"/>
              </a:rPr>
              <a:t>una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185">
                <a:latin typeface="Times New Roman"/>
                <a:cs typeface="Times New Roman"/>
              </a:rPr>
              <a:t>plataforma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85">
                <a:latin typeface="Times New Roman"/>
                <a:cs typeface="Times New Roman"/>
              </a:rPr>
              <a:t>de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180">
                <a:latin typeface="Times New Roman"/>
                <a:cs typeface="Times New Roman"/>
              </a:rPr>
              <a:t>comercio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1277201" y="3532218"/>
            <a:ext cx="6863715" cy="844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7500"/>
              </a:lnSpc>
              <a:spcBef>
                <a:spcPts val="90"/>
              </a:spcBef>
              <a:tabLst>
                <a:tab pos="2088514" algn="l"/>
                <a:tab pos="2866390" algn="l"/>
                <a:tab pos="4566285" algn="l"/>
                <a:tab pos="4661535" algn="l"/>
                <a:tab pos="5433695" algn="l"/>
                <a:tab pos="6373495" algn="l"/>
              </a:tabLst>
            </a:pPr>
            <a:r>
              <a:rPr dirty="0" sz="2500" spc="185">
                <a:latin typeface="Times New Roman"/>
                <a:cs typeface="Times New Roman"/>
              </a:rPr>
              <a:t>electrónico</a:t>
            </a:r>
            <a:r>
              <a:rPr dirty="0" sz="2500">
                <a:latin typeface="Times New Roman"/>
                <a:cs typeface="Times New Roman"/>
              </a:rPr>
              <a:t>	(</a:t>
            </a:r>
            <a:r>
              <a:rPr dirty="0" sz="2500" spc="-409">
                <a:latin typeface="Times New Roman"/>
                <a:cs typeface="Times New Roman"/>
              </a:rPr>
              <a:t> </a:t>
            </a:r>
            <a:r>
              <a:rPr dirty="0" sz="2500" spc="105">
                <a:latin typeface="Times New Roman"/>
                <a:cs typeface="Times New Roman"/>
              </a:rPr>
              <a:t>e-</a:t>
            </a:r>
            <a:r>
              <a:rPr dirty="0" sz="2500" spc="-405">
                <a:latin typeface="Times New Roman"/>
                <a:cs typeface="Times New Roman"/>
              </a:rPr>
              <a:t> </a:t>
            </a:r>
            <a:r>
              <a:rPr dirty="0" sz="2500" spc="180">
                <a:latin typeface="Times New Roman"/>
                <a:cs typeface="Times New Roman"/>
              </a:rPr>
              <a:t>commerce)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185">
                <a:latin typeface="Times New Roman"/>
                <a:cs typeface="Times New Roman"/>
              </a:rPr>
              <a:t>funcional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85">
                <a:latin typeface="Times New Roman"/>
                <a:cs typeface="Times New Roman"/>
              </a:rPr>
              <a:t>de </a:t>
            </a:r>
            <a:r>
              <a:rPr dirty="0" sz="2500" spc="185">
                <a:latin typeface="Times New Roman"/>
                <a:cs typeface="Times New Roman"/>
              </a:rPr>
              <a:t>cliente-</a:t>
            </a:r>
            <a:r>
              <a:rPr dirty="0" sz="2500" spc="-375">
                <a:latin typeface="Times New Roman"/>
                <a:cs typeface="Times New Roman"/>
              </a:rPr>
              <a:t> </a:t>
            </a:r>
            <a:r>
              <a:rPr dirty="0" sz="2500" spc="180">
                <a:latin typeface="Times New Roman"/>
                <a:cs typeface="Times New Roman"/>
              </a:rPr>
              <a:t>servidor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180">
                <a:latin typeface="Times New Roman"/>
                <a:cs typeface="Times New Roman"/>
              </a:rPr>
              <a:t>mediante</a:t>
            </a:r>
            <a:r>
              <a:rPr dirty="0" sz="2500">
                <a:latin typeface="Times New Roman"/>
                <a:cs typeface="Times New Roman"/>
              </a:rPr>
              <a:t>		</a:t>
            </a:r>
            <a:r>
              <a:rPr dirty="0" sz="2500" spc="95">
                <a:latin typeface="Times New Roman"/>
                <a:cs typeface="Times New Roman"/>
              </a:rPr>
              <a:t>un</a:t>
            </a:r>
            <a:r>
              <a:rPr dirty="0" sz="2500">
                <a:latin typeface="Times New Roman"/>
                <a:cs typeface="Times New Roman"/>
              </a:rPr>
              <a:t>	</a:t>
            </a:r>
            <a:r>
              <a:rPr dirty="0" sz="2500" spc="180">
                <a:latin typeface="Times New Roman"/>
                <a:cs typeface="Times New Roman"/>
              </a:rPr>
              <a:t>front-</a:t>
            </a:r>
            <a:r>
              <a:rPr dirty="0" sz="2500" spc="-400">
                <a:latin typeface="Times New Roman"/>
                <a:cs typeface="Times New Roman"/>
              </a:rPr>
              <a:t> </a:t>
            </a:r>
            <a:r>
              <a:rPr dirty="0" sz="2500" spc="125">
                <a:latin typeface="Times New Roman"/>
                <a:cs typeface="Times New Roman"/>
              </a:rPr>
              <a:t>end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41678" y="3532218"/>
            <a:ext cx="1863725" cy="844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9550" marR="5080" indent="-197485">
              <a:lnSpc>
                <a:spcPct val="107500"/>
              </a:lnSpc>
              <a:spcBef>
                <a:spcPts val="90"/>
              </a:spcBef>
            </a:pPr>
            <a:r>
              <a:rPr dirty="0" sz="2500" spc="190">
                <a:latin typeface="Times New Roman"/>
                <a:cs typeface="Times New Roman"/>
              </a:rPr>
              <a:t>arquitectura responsivo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7201" y="4351368"/>
            <a:ext cx="8928735" cy="3302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7500"/>
              </a:lnSpc>
              <a:spcBef>
                <a:spcPts val="90"/>
              </a:spcBef>
            </a:pPr>
            <a:r>
              <a:rPr dirty="0" sz="2500">
                <a:latin typeface="Times New Roman"/>
                <a:cs typeface="Times New Roman"/>
              </a:rPr>
              <a:t>(</a:t>
            </a:r>
            <a:r>
              <a:rPr dirty="0" sz="2500" spc="-409">
                <a:latin typeface="Times New Roman"/>
                <a:cs typeface="Times New Roman"/>
              </a:rPr>
              <a:t> </a:t>
            </a:r>
            <a:r>
              <a:rPr dirty="0" sz="2500" spc="190">
                <a:latin typeface="Times New Roman"/>
                <a:cs typeface="Times New Roman"/>
              </a:rPr>
              <a:t>HTML5,</a:t>
            </a:r>
            <a:r>
              <a:rPr dirty="0" sz="2500" spc="860">
                <a:latin typeface="Times New Roman"/>
                <a:cs typeface="Times New Roman"/>
              </a:rPr>
              <a:t> </a:t>
            </a:r>
            <a:r>
              <a:rPr dirty="0" sz="2500" spc="180">
                <a:latin typeface="Times New Roman"/>
                <a:cs typeface="Times New Roman"/>
              </a:rPr>
              <a:t>CSS3,</a:t>
            </a:r>
            <a:r>
              <a:rPr dirty="0" sz="2500" spc="860">
                <a:latin typeface="Times New Roman"/>
                <a:cs typeface="Times New Roman"/>
              </a:rPr>
              <a:t> </a:t>
            </a:r>
            <a:r>
              <a:rPr dirty="0" sz="2500" spc="165">
                <a:latin typeface="Times New Roman"/>
                <a:cs typeface="Times New Roman"/>
              </a:rPr>
              <a:t>Java</a:t>
            </a:r>
            <a:r>
              <a:rPr dirty="0" sz="2500" spc="-409">
                <a:latin typeface="Times New Roman"/>
                <a:cs typeface="Times New Roman"/>
              </a:rPr>
              <a:t> </a:t>
            </a:r>
            <a:r>
              <a:rPr dirty="0" sz="2500" spc="180">
                <a:latin typeface="Times New Roman"/>
                <a:cs typeface="Times New Roman"/>
              </a:rPr>
              <a:t>Script</a:t>
            </a:r>
            <a:r>
              <a:rPr dirty="0" sz="2500" spc="860">
                <a:latin typeface="Times New Roman"/>
                <a:cs typeface="Times New Roman"/>
              </a:rPr>
              <a:t> </a:t>
            </a:r>
            <a:r>
              <a:rPr dirty="0" sz="2500" spc="10">
                <a:latin typeface="Times New Roman"/>
                <a:cs typeface="Times New Roman"/>
              </a:rPr>
              <a:t>y</a:t>
            </a:r>
            <a:r>
              <a:rPr dirty="0" sz="2500" spc="860">
                <a:latin typeface="Times New Roman"/>
                <a:cs typeface="Times New Roman"/>
              </a:rPr>
              <a:t> </a:t>
            </a:r>
            <a:r>
              <a:rPr dirty="0" sz="2500" spc="195">
                <a:latin typeface="Times New Roman"/>
                <a:cs typeface="Times New Roman"/>
              </a:rPr>
              <a:t>Bootstrap)</a:t>
            </a:r>
            <a:r>
              <a:rPr dirty="0" sz="2500" spc="860">
                <a:latin typeface="Times New Roman"/>
                <a:cs typeface="Times New Roman"/>
              </a:rPr>
              <a:t> </a:t>
            </a:r>
            <a:r>
              <a:rPr dirty="0" sz="2500" spc="10">
                <a:latin typeface="Times New Roman"/>
                <a:cs typeface="Times New Roman"/>
              </a:rPr>
              <a:t>y</a:t>
            </a:r>
            <a:r>
              <a:rPr dirty="0" sz="2500" spc="860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un</a:t>
            </a:r>
            <a:r>
              <a:rPr dirty="0" sz="2500" spc="860">
                <a:latin typeface="Times New Roman"/>
                <a:cs typeface="Times New Roman"/>
              </a:rPr>
              <a:t> </a:t>
            </a:r>
            <a:r>
              <a:rPr dirty="0" sz="2500" spc="175">
                <a:latin typeface="Times New Roman"/>
                <a:cs typeface="Times New Roman"/>
              </a:rPr>
              <a:t>back-</a:t>
            </a:r>
            <a:r>
              <a:rPr dirty="0" sz="2500" spc="-409">
                <a:latin typeface="Times New Roman"/>
                <a:cs typeface="Times New Roman"/>
              </a:rPr>
              <a:t> </a:t>
            </a:r>
            <a:r>
              <a:rPr dirty="0" sz="2500" spc="150">
                <a:latin typeface="Times New Roman"/>
                <a:cs typeface="Times New Roman"/>
              </a:rPr>
              <a:t>end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en</a:t>
            </a:r>
            <a:r>
              <a:rPr dirty="0" sz="2500" spc="2375">
                <a:latin typeface="Times New Roman"/>
                <a:cs typeface="Times New Roman"/>
              </a:rPr>
              <a:t> </a:t>
            </a:r>
            <a:r>
              <a:rPr dirty="0" sz="2500" spc="180">
                <a:latin typeface="Times New Roman"/>
                <a:cs typeface="Times New Roman"/>
              </a:rPr>
              <a:t>Node.</a:t>
            </a:r>
            <a:r>
              <a:rPr dirty="0" sz="2500" spc="-409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js</a:t>
            </a:r>
            <a:r>
              <a:rPr dirty="0" sz="2500" spc="2375">
                <a:latin typeface="Times New Roman"/>
                <a:cs typeface="Times New Roman"/>
              </a:rPr>
              <a:t> </a:t>
            </a:r>
            <a:r>
              <a:rPr dirty="0" sz="2500" spc="150">
                <a:latin typeface="Times New Roman"/>
                <a:cs typeface="Times New Roman"/>
              </a:rPr>
              <a:t>con</a:t>
            </a:r>
            <a:r>
              <a:rPr dirty="0" sz="2500" spc="2375">
                <a:latin typeface="Times New Roman"/>
                <a:cs typeface="Times New Roman"/>
              </a:rPr>
              <a:t> </a:t>
            </a:r>
            <a:r>
              <a:rPr dirty="0" sz="2500" spc="195">
                <a:latin typeface="Times New Roman"/>
                <a:cs typeface="Times New Roman"/>
              </a:rPr>
              <a:t>Express.</a:t>
            </a:r>
            <a:r>
              <a:rPr dirty="0" sz="2500" spc="-409">
                <a:latin typeface="Times New Roman"/>
                <a:cs typeface="Times New Roman"/>
              </a:rPr>
              <a:t> </a:t>
            </a:r>
            <a:r>
              <a:rPr dirty="0" sz="2500" spc="145">
                <a:latin typeface="Times New Roman"/>
                <a:cs typeface="Times New Roman"/>
              </a:rPr>
              <a:t>js.</a:t>
            </a:r>
            <a:r>
              <a:rPr dirty="0" sz="2500" spc="2375">
                <a:latin typeface="Times New Roman"/>
                <a:cs typeface="Times New Roman"/>
              </a:rPr>
              <a:t> </a:t>
            </a:r>
            <a:r>
              <a:rPr dirty="0" sz="2500" spc="170">
                <a:latin typeface="Times New Roman"/>
                <a:cs typeface="Times New Roman"/>
              </a:rPr>
              <a:t>Esto</a:t>
            </a:r>
            <a:r>
              <a:rPr dirty="0" sz="2500" spc="2375">
                <a:latin typeface="Times New Roman"/>
                <a:cs typeface="Times New Roman"/>
              </a:rPr>
              <a:t> </a:t>
            </a:r>
            <a:r>
              <a:rPr dirty="0" sz="2500" spc="150">
                <a:latin typeface="Times New Roman"/>
                <a:cs typeface="Times New Roman"/>
              </a:rPr>
              <a:t>con</a:t>
            </a:r>
            <a:r>
              <a:rPr dirty="0" sz="2500" spc="2375">
                <a:latin typeface="Times New Roman"/>
                <a:cs typeface="Times New Roman"/>
              </a:rPr>
              <a:t> </a:t>
            </a:r>
            <a:r>
              <a:rPr dirty="0" sz="2500" spc="215">
                <a:latin typeface="Times New Roman"/>
                <a:cs typeface="Times New Roman"/>
              </a:rPr>
              <a:t>e</a:t>
            </a:r>
            <a:r>
              <a:rPr dirty="0" sz="2500">
                <a:latin typeface="Times New Roman"/>
                <a:cs typeface="Times New Roman"/>
              </a:rPr>
              <a:t>l</a:t>
            </a:r>
            <a:r>
              <a:rPr dirty="0" sz="2500" spc="2375">
                <a:latin typeface="Times New Roman"/>
                <a:cs typeface="Times New Roman"/>
              </a:rPr>
              <a:t> </a:t>
            </a:r>
            <a:r>
              <a:rPr dirty="0" sz="2500" spc="145">
                <a:latin typeface="Times New Roman"/>
                <a:cs typeface="Times New Roman"/>
              </a:rPr>
              <a:t>fin</a:t>
            </a:r>
            <a:r>
              <a:rPr dirty="0" sz="2500" spc="2375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de</a:t>
            </a:r>
            <a:r>
              <a:rPr dirty="0" sz="2500">
                <a:latin typeface="Times New Roman"/>
                <a:cs typeface="Times New Roman"/>
              </a:rPr>
              <a:t> </a:t>
            </a:r>
            <a:r>
              <a:rPr dirty="0" sz="2500" spc="195">
                <a:latin typeface="Times New Roman"/>
                <a:cs typeface="Times New Roman"/>
              </a:rPr>
              <a:t>sistematizar</a:t>
            </a:r>
            <a:r>
              <a:rPr dirty="0" sz="2500" spc="695">
                <a:latin typeface="Times New Roman"/>
                <a:cs typeface="Times New Roman"/>
              </a:rPr>
              <a:t> </a:t>
            </a:r>
            <a:r>
              <a:rPr dirty="0" sz="2500" spc="10">
                <a:latin typeface="Times New Roman"/>
                <a:cs typeface="Times New Roman"/>
              </a:rPr>
              <a:t>y</a:t>
            </a:r>
            <a:r>
              <a:rPr dirty="0" sz="2500" spc="695">
                <a:latin typeface="Times New Roman"/>
                <a:cs typeface="Times New Roman"/>
              </a:rPr>
              <a:t> </a:t>
            </a:r>
            <a:r>
              <a:rPr dirty="0" sz="2500" spc="195">
                <a:latin typeface="Times New Roman"/>
                <a:cs typeface="Times New Roman"/>
              </a:rPr>
              <a:t>automatizar</a:t>
            </a:r>
            <a:r>
              <a:rPr dirty="0" sz="2500" spc="695">
                <a:latin typeface="Times New Roman"/>
                <a:cs typeface="Times New Roman"/>
              </a:rPr>
              <a:t> </a:t>
            </a:r>
            <a:r>
              <a:rPr dirty="0" sz="2500" spc="150">
                <a:latin typeface="Times New Roman"/>
                <a:cs typeface="Times New Roman"/>
              </a:rPr>
              <a:t>los</a:t>
            </a:r>
            <a:r>
              <a:rPr dirty="0" sz="2500" spc="695">
                <a:latin typeface="Times New Roman"/>
                <a:cs typeface="Times New Roman"/>
              </a:rPr>
              <a:t> </a:t>
            </a:r>
            <a:r>
              <a:rPr dirty="0" sz="2500" spc="195">
                <a:latin typeface="Times New Roman"/>
                <a:cs typeface="Times New Roman"/>
              </a:rPr>
              <a:t>procesos</a:t>
            </a:r>
            <a:r>
              <a:rPr dirty="0" sz="2500" spc="695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de</a:t>
            </a:r>
            <a:r>
              <a:rPr dirty="0" sz="2500" spc="695">
                <a:latin typeface="Times New Roman"/>
                <a:cs typeface="Times New Roman"/>
              </a:rPr>
              <a:t> </a:t>
            </a:r>
            <a:r>
              <a:rPr dirty="0" sz="2500" spc="175">
                <a:latin typeface="Times New Roman"/>
                <a:cs typeface="Times New Roman"/>
              </a:rPr>
              <a:t>venta</a:t>
            </a:r>
            <a:r>
              <a:rPr dirty="0" sz="2500" spc="695">
                <a:latin typeface="Times New Roman"/>
                <a:cs typeface="Times New Roman"/>
              </a:rPr>
              <a:t> </a:t>
            </a:r>
            <a:r>
              <a:rPr dirty="0" sz="2500" spc="190">
                <a:latin typeface="Times New Roman"/>
                <a:cs typeface="Times New Roman"/>
              </a:rPr>
              <a:t>online,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 spc="190">
                <a:latin typeface="Times New Roman"/>
                <a:cs typeface="Times New Roman"/>
              </a:rPr>
              <a:t>gestión</a:t>
            </a:r>
            <a:r>
              <a:rPr dirty="0" sz="2500" spc="515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de</a:t>
            </a:r>
            <a:r>
              <a:rPr dirty="0" sz="2500" spc="515">
                <a:latin typeface="Times New Roman"/>
                <a:cs typeface="Times New Roman"/>
              </a:rPr>
              <a:t> </a:t>
            </a:r>
            <a:r>
              <a:rPr dirty="0" sz="2500" spc="200">
                <a:latin typeface="Times New Roman"/>
                <a:cs typeface="Times New Roman"/>
              </a:rPr>
              <a:t>inventario,</a:t>
            </a:r>
            <a:r>
              <a:rPr dirty="0" sz="2500" spc="515">
                <a:latin typeface="Times New Roman"/>
                <a:cs typeface="Times New Roman"/>
              </a:rPr>
              <a:t> </a:t>
            </a:r>
            <a:r>
              <a:rPr dirty="0" sz="2500" spc="200">
                <a:latin typeface="Times New Roman"/>
                <a:cs typeface="Times New Roman"/>
              </a:rPr>
              <a:t>procesamiento</a:t>
            </a:r>
            <a:r>
              <a:rPr dirty="0" sz="2500" spc="515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de</a:t>
            </a:r>
            <a:r>
              <a:rPr dirty="0" sz="2500" spc="515">
                <a:latin typeface="Times New Roman"/>
                <a:cs typeface="Times New Roman"/>
              </a:rPr>
              <a:t> </a:t>
            </a:r>
            <a:r>
              <a:rPr dirty="0" sz="2500" spc="180">
                <a:latin typeface="Times New Roman"/>
                <a:cs typeface="Times New Roman"/>
              </a:rPr>
              <a:t>pagos</a:t>
            </a:r>
            <a:r>
              <a:rPr dirty="0" sz="2500" spc="515">
                <a:latin typeface="Times New Roman"/>
                <a:cs typeface="Times New Roman"/>
              </a:rPr>
              <a:t> </a:t>
            </a:r>
            <a:r>
              <a:rPr dirty="0" sz="2500" spc="10">
                <a:latin typeface="Times New Roman"/>
                <a:cs typeface="Times New Roman"/>
              </a:rPr>
              <a:t>y</a:t>
            </a:r>
            <a:r>
              <a:rPr dirty="0" sz="2500" spc="515">
                <a:latin typeface="Times New Roman"/>
                <a:cs typeface="Times New Roman"/>
              </a:rPr>
              <a:t> </a:t>
            </a:r>
            <a:r>
              <a:rPr dirty="0" sz="2500" spc="195">
                <a:latin typeface="Times New Roman"/>
                <a:cs typeface="Times New Roman"/>
              </a:rPr>
              <a:t>difusión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de</a:t>
            </a:r>
            <a:r>
              <a:rPr dirty="0" sz="2500" spc="1560">
                <a:latin typeface="Times New Roman"/>
                <a:cs typeface="Times New Roman"/>
              </a:rPr>
              <a:t> </a:t>
            </a:r>
            <a:r>
              <a:rPr dirty="0" sz="2500" spc="145">
                <a:latin typeface="Times New Roman"/>
                <a:cs typeface="Times New Roman"/>
              </a:rPr>
              <a:t>las</a:t>
            </a:r>
            <a:r>
              <a:rPr dirty="0" sz="2500" spc="1560">
                <a:latin typeface="Times New Roman"/>
                <a:cs typeface="Times New Roman"/>
              </a:rPr>
              <a:t> </a:t>
            </a:r>
            <a:r>
              <a:rPr dirty="0" sz="2500" spc="200">
                <a:latin typeface="Times New Roman"/>
                <a:cs typeface="Times New Roman"/>
              </a:rPr>
              <a:t>ubicaciones</a:t>
            </a:r>
            <a:r>
              <a:rPr dirty="0" sz="2500" spc="1560">
                <a:latin typeface="Times New Roman"/>
                <a:cs typeface="Times New Roman"/>
              </a:rPr>
              <a:t> </a:t>
            </a:r>
            <a:r>
              <a:rPr dirty="0" sz="2500" spc="185">
                <a:latin typeface="Times New Roman"/>
                <a:cs typeface="Times New Roman"/>
              </a:rPr>
              <a:t>físicas</a:t>
            </a:r>
            <a:r>
              <a:rPr dirty="0" sz="2500" spc="1560">
                <a:latin typeface="Times New Roman"/>
                <a:cs typeface="Times New Roman"/>
              </a:rPr>
              <a:t> </a:t>
            </a:r>
            <a:r>
              <a:rPr dirty="0" sz="2500">
                <a:latin typeface="Times New Roman"/>
                <a:cs typeface="Times New Roman"/>
              </a:rPr>
              <a:t>(</a:t>
            </a:r>
            <a:r>
              <a:rPr dirty="0" sz="2500" spc="-409">
                <a:latin typeface="Times New Roman"/>
                <a:cs typeface="Times New Roman"/>
              </a:rPr>
              <a:t> </a:t>
            </a:r>
            <a:r>
              <a:rPr dirty="0" sz="2500" spc="180">
                <a:latin typeface="Times New Roman"/>
                <a:cs typeface="Times New Roman"/>
              </a:rPr>
              <a:t>tienda</a:t>
            </a:r>
            <a:r>
              <a:rPr dirty="0" sz="2500" spc="1560">
                <a:latin typeface="Times New Roman"/>
                <a:cs typeface="Times New Roman"/>
              </a:rPr>
              <a:t> </a:t>
            </a:r>
            <a:r>
              <a:rPr dirty="0" sz="2500" spc="195">
                <a:latin typeface="Times New Roman"/>
                <a:cs typeface="Times New Roman"/>
              </a:rPr>
              <a:t>principal</a:t>
            </a:r>
            <a:r>
              <a:rPr dirty="0" sz="2500" spc="1560">
                <a:latin typeface="Times New Roman"/>
                <a:cs typeface="Times New Roman"/>
              </a:rPr>
              <a:t> </a:t>
            </a:r>
            <a:r>
              <a:rPr dirty="0" sz="2500" spc="10">
                <a:latin typeface="Times New Roman"/>
                <a:cs typeface="Times New Roman"/>
              </a:rPr>
              <a:t>y</a:t>
            </a:r>
            <a:r>
              <a:rPr dirty="0" sz="2500" spc="1560">
                <a:latin typeface="Times New Roman"/>
                <a:cs typeface="Times New Roman"/>
              </a:rPr>
              <a:t> </a:t>
            </a:r>
            <a:r>
              <a:rPr dirty="0" sz="2500" spc="180">
                <a:latin typeface="Times New Roman"/>
                <a:cs typeface="Times New Roman"/>
              </a:rPr>
              <a:t>ferias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 spc="200">
                <a:latin typeface="Times New Roman"/>
                <a:cs typeface="Times New Roman"/>
              </a:rPr>
              <a:t>itinerantes)</a:t>
            </a:r>
            <a:r>
              <a:rPr dirty="0" sz="2500" spc="445">
                <a:latin typeface="Times New Roman"/>
                <a:cs typeface="Times New Roman"/>
              </a:rPr>
              <a:t> </a:t>
            </a:r>
            <a:r>
              <a:rPr dirty="0" sz="2500" spc="160">
                <a:latin typeface="Times New Roman"/>
                <a:cs typeface="Times New Roman"/>
              </a:rPr>
              <a:t>para</a:t>
            </a:r>
            <a:r>
              <a:rPr dirty="0" sz="2500" spc="445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un</a:t>
            </a:r>
            <a:r>
              <a:rPr dirty="0" sz="2500" spc="445">
                <a:latin typeface="Times New Roman"/>
                <a:cs typeface="Times New Roman"/>
              </a:rPr>
              <a:t> </a:t>
            </a:r>
            <a:r>
              <a:rPr dirty="0" sz="2500" spc="200">
                <a:latin typeface="Times New Roman"/>
                <a:cs typeface="Times New Roman"/>
              </a:rPr>
              <a:t>emprendimiento</a:t>
            </a:r>
            <a:r>
              <a:rPr dirty="0" sz="2500" spc="445">
                <a:latin typeface="Times New Roman"/>
                <a:cs typeface="Times New Roman"/>
              </a:rPr>
              <a:t> </a:t>
            </a:r>
            <a:r>
              <a:rPr dirty="0" sz="2500" spc="170">
                <a:latin typeface="Times New Roman"/>
                <a:cs typeface="Times New Roman"/>
              </a:rPr>
              <a:t>local</a:t>
            </a:r>
            <a:r>
              <a:rPr dirty="0" sz="2500" spc="445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de</a:t>
            </a:r>
            <a:r>
              <a:rPr dirty="0" sz="2500" spc="445">
                <a:latin typeface="Times New Roman"/>
                <a:cs typeface="Times New Roman"/>
              </a:rPr>
              <a:t> </a:t>
            </a:r>
            <a:r>
              <a:rPr dirty="0" sz="2500" spc="190">
                <a:latin typeface="Times New Roman"/>
                <a:cs typeface="Times New Roman"/>
              </a:rPr>
              <a:t>mochilas</a:t>
            </a:r>
            <a:r>
              <a:rPr dirty="0" sz="2500" spc="445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en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 spc="165">
                <a:latin typeface="Times New Roman"/>
                <a:cs typeface="Times New Roman"/>
              </a:rPr>
              <a:t>Lima</a:t>
            </a:r>
            <a:r>
              <a:rPr dirty="0" sz="2500" spc="1115">
                <a:latin typeface="Times New Roman"/>
                <a:cs typeface="Times New Roman"/>
              </a:rPr>
              <a:t> </a:t>
            </a:r>
            <a:r>
              <a:rPr dirty="0" sz="2500" spc="204">
                <a:latin typeface="Times New Roman"/>
                <a:cs typeface="Times New Roman"/>
              </a:rPr>
              <a:t>Metropolitana,</a:t>
            </a:r>
            <a:r>
              <a:rPr dirty="0" sz="2500" spc="1115">
                <a:latin typeface="Times New Roman"/>
                <a:cs typeface="Times New Roman"/>
              </a:rPr>
              <a:t> </a:t>
            </a:r>
            <a:r>
              <a:rPr dirty="0" sz="2500" spc="200">
                <a:latin typeface="Times New Roman"/>
                <a:cs typeface="Times New Roman"/>
              </a:rPr>
              <a:t>priorizando</a:t>
            </a:r>
            <a:r>
              <a:rPr dirty="0" sz="2500" spc="1115">
                <a:latin typeface="Times New Roman"/>
                <a:cs typeface="Times New Roman"/>
              </a:rPr>
              <a:t> </a:t>
            </a:r>
            <a:r>
              <a:rPr dirty="0" sz="2500" spc="120">
                <a:latin typeface="Times New Roman"/>
                <a:cs typeface="Times New Roman"/>
              </a:rPr>
              <a:t>un</a:t>
            </a:r>
            <a:r>
              <a:rPr dirty="0" sz="2500" spc="1115">
                <a:latin typeface="Times New Roman"/>
                <a:cs typeface="Times New Roman"/>
              </a:rPr>
              <a:t> </a:t>
            </a:r>
            <a:r>
              <a:rPr dirty="0" sz="2500" spc="185">
                <a:latin typeface="Times New Roman"/>
                <a:cs typeface="Times New Roman"/>
              </a:rPr>
              <a:t>diseño</a:t>
            </a:r>
            <a:r>
              <a:rPr dirty="0" sz="2500" spc="1115">
                <a:latin typeface="Times New Roman"/>
                <a:cs typeface="Times New Roman"/>
              </a:rPr>
              <a:t> </a:t>
            </a:r>
            <a:r>
              <a:rPr dirty="0" sz="2500" spc="190">
                <a:latin typeface="Times New Roman"/>
                <a:cs typeface="Times New Roman"/>
              </a:rPr>
              <a:t>moderno</a:t>
            </a:r>
            <a:r>
              <a:rPr dirty="0" sz="2500" spc="1115">
                <a:latin typeface="Times New Roman"/>
                <a:cs typeface="Times New Roman"/>
              </a:rPr>
              <a:t> </a:t>
            </a:r>
            <a:r>
              <a:rPr dirty="0" sz="2500" spc="10">
                <a:latin typeface="Times New Roman"/>
                <a:cs typeface="Times New Roman"/>
              </a:rPr>
              <a:t>y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 spc="150">
                <a:latin typeface="Times New Roman"/>
                <a:cs typeface="Times New Roman"/>
              </a:rPr>
              <a:t>una</a:t>
            </a:r>
            <a:r>
              <a:rPr dirty="0" sz="2500" spc="440">
                <a:latin typeface="Times New Roman"/>
                <a:cs typeface="Times New Roman"/>
              </a:rPr>
              <a:t> </a:t>
            </a:r>
            <a:r>
              <a:rPr dirty="0" sz="2500" spc="195">
                <a:latin typeface="Times New Roman"/>
                <a:cs typeface="Times New Roman"/>
              </a:rPr>
              <a:t>experiencia</a:t>
            </a:r>
            <a:r>
              <a:rPr dirty="0" sz="2500" spc="440">
                <a:latin typeface="Times New Roman"/>
                <a:cs typeface="Times New Roman"/>
              </a:rPr>
              <a:t> </a:t>
            </a:r>
            <a:r>
              <a:rPr dirty="0" sz="2500" spc="110">
                <a:latin typeface="Times New Roman"/>
                <a:cs typeface="Times New Roman"/>
              </a:rPr>
              <a:t>de</a:t>
            </a:r>
            <a:r>
              <a:rPr dirty="0" sz="2500" spc="440">
                <a:latin typeface="Times New Roman"/>
                <a:cs typeface="Times New Roman"/>
              </a:rPr>
              <a:t> </a:t>
            </a:r>
            <a:r>
              <a:rPr dirty="0" sz="2500" spc="190">
                <a:latin typeface="Times New Roman"/>
                <a:cs typeface="Times New Roman"/>
              </a:rPr>
              <a:t>usuario</a:t>
            </a:r>
            <a:r>
              <a:rPr dirty="0" sz="2500" spc="440">
                <a:latin typeface="Times New Roman"/>
                <a:cs typeface="Times New Roman"/>
              </a:rPr>
              <a:t> </a:t>
            </a:r>
            <a:r>
              <a:rPr dirty="0" sz="2500" spc="190">
                <a:latin typeface="Times New Roman"/>
                <a:cs typeface="Times New Roman"/>
              </a:rPr>
              <a:t>segura.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87515" rIns="0" bIns="0" rtlCol="0" vert="horz">
            <a:spAutoFit/>
          </a:bodyPr>
          <a:lstStyle/>
          <a:p>
            <a:pPr marL="1371600">
              <a:lnSpc>
                <a:spcPct val="100000"/>
              </a:lnSpc>
              <a:spcBef>
                <a:spcPts val="110"/>
              </a:spcBef>
            </a:pPr>
            <a:r>
              <a:rPr dirty="0" u="none" baseline="4761" sz="5250" spc="-719"/>
              <a:t>5</a:t>
            </a:r>
            <a:r>
              <a:rPr dirty="0" u="none" baseline="4761" sz="5250" spc="-405"/>
              <a:t> </a:t>
            </a:r>
            <a:r>
              <a:rPr dirty="0" u="none" baseline="4761" sz="5250" spc="622"/>
              <a:t>.</a:t>
            </a:r>
            <a:r>
              <a:rPr dirty="0" sz="4300" spc="775"/>
              <a:t>O</a:t>
            </a:r>
            <a:r>
              <a:rPr dirty="0" sz="4300" spc="165"/>
              <a:t>b</a:t>
            </a:r>
            <a:r>
              <a:rPr dirty="0" u="none" sz="4300" spc="-330"/>
              <a:t> </a:t>
            </a:r>
            <a:r>
              <a:rPr dirty="0" u="none" sz="4300" spc="-10"/>
              <a:t>j</a:t>
            </a:r>
            <a:r>
              <a:rPr dirty="0" sz="4300" spc="-535"/>
              <a:t> </a:t>
            </a:r>
            <a:r>
              <a:rPr dirty="0" sz="4300" spc="-120"/>
              <a:t>e</a:t>
            </a:r>
            <a:r>
              <a:rPr dirty="0" sz="4300" spc="-325"/>
              <a:t> </a:t>
            </a:r>
            <a:r>
              <a:rPr dirty="0" sz="4300" spc="-70"/>
              <a:t>t</a:t>
            </a:r>
            <a:r>
              <a:rPr dirty="0" sz="4300" spc="-330"/>
              <a:t> </a:t>
            </a:r>
            <a:r>
              <a:rPr dirty="0" sz="4300"/>
              <a:t>i</a:t>
            </a:r>
            <a:r>
              <a:rPr dirty="0" sz="4300" spc="-330"/>
              <a:t> </a:t>
            </a:r>
            <a:r>
              <a:rPr dirty="0" sz="4300" spc="-120"/>
              <a:t>v</a:t>
            </a:r>
            <a:r>
              <a:rPr dirty="0" sz="4300" spc="-330"/>
              <a:t> </a:t>
            </a:r>
            <a:r>
              <a:rPr dirty="0" sz="4300"/>
              <a:t>o</a:t>
            </a:r>
            <a:r>
              <a:rPr dirty="0" sz="4300" spc="175"/>
              <a:t>  </a:t>
            </a:r>
            <a:r>
              <a:rPr dirty="0" sz="4300" spc="385"/>
              <a:t>G</a:t>
            </a:r>
            <a:r>
              <a:rPr dirty="0" sz="4300" spc="-325"/>
              <a:t> </a:t>
            </a:r>
            <a:r>
              <a:rPr dirty="0" sz="4300" spc="-120"/>
              <a:t>e</a:t>
            </a:r>
            <a:r>
              <a:rPr dirty="0" sz="4300" spc="-330"/>
              <a:t> </a:t>
            </a:r>
            <a:r>
              <a:rPr dirty="0" sz="4300"/>
              <a:t>n</a:t>
            </a:r>
            <a:r>
              <a:rPr dirty="0" sz="4300" spc="-325"/>
              <a:t> </a:t>
            </a:r>
            <a:r>
              <a:rPr dirty="0" sz="4300" spc="-120"/>
              <a:t>e</a:t>
            </a:r>
            <a:r>
              <a:rPr dirty="0" sz="4300" spc="-330"/>
              <a:t> </a:t>
            </a:r>
            <a:r>
              <a:rPr dirty="0" sz="4300"/>
              <a:t>r</a:t>
            </a:r>
            <a:r>
              <a:rPr dirty="0" sz="4300" spc="-330"/>
              <a:t> </a:t>
            </a:r>
            <a:r>
              <a:rPr dirty="0" sz="4300" spc="-75"/>
              <a:t>a</a:t>
            </a:r>
            <a:r>
              <a:rPr dirty="0" sz="4300" spc="-330"/>
              <a:t> </a:t>
            </a:r>
            <a:r>
              <a:rPr dirty="0" sz="4300" spc="-50"/>
              <a:t>l </a:t>
            </a:r>
            <a:endParaRPr sz="4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887078" y="789506"/>
            <a:ext cx="3401060" cy="7415530"/>
            <a:chOff x="14887078" y="789506"/>
            <a:chExt cx="3401060" cy="7415530"/>
          </a:xfrm>
        </p:grpSpPr>
        <p:sp>
          <p:nvSpPr>
            <p:cNvPr id="3" name="object 3"/>
            <p:cNvSpPr/>
            <p:nvPr/>
          </p:nvSpPr>
          <p:spPr>
            <a:xfrm>
              <a:off x="14963390" y="825845"/>
              <a:ext cx="3324860" cy="7342505"/>
            </a:xfrm>
            <a:custGeom>
              <a:avLst/>
              <a:gdLst/>
              <a:ahLst/>
              <a:cxnLst/>
              <a:rect l="l" t="t" r="r" b="b"/>
              <a:pathLst>
                <a:path w="3324859" h="7342505">
                  <a:moveTo>
                    <a:pt x="3088788" y="7342231"/>
                  </a:moveTo>
                  <a:lnTo>
                    <a:pt x="506925" y="7342231"/>
                  </a:lnTo>
                  <a:lnTo>
                    <a:pt x="458129" y="7339909"/>
                  </a:lnTo>
                  <a:lnTo>
                    <a:pt x="410640" y="7333084"/>
                  </a:lnTo>
                  <a:lnTo>
                    <a:pt x="364672" y="7321971"/>
                  </a:lnTo>
                  <a:lnTo>
                    <a:pt x="320436" y="7306781"/>
                  </a:lnTo>
                  <a:lnTo>
                    <a:pt x="278147" y="7287728"/>
                  </a:lnTo>
                  <a:lnTo>
                    <a:pt x="238016" y="7265026"/>
                  </a:lnTo>
                  <a:lnTo>
                    <a:pt x="200258" y="7238885"/>
                  </a:lnTo>
                  <a:lnTo>
                    <a:pt x="165084" y="7209521"/>
                  </a:lnTo>
                  <a:lnTo>
                    <a:pt x="132709" y="7177146"/>
                  </a:lnTo>
                  <a:lnTo>
                    <a:pt x="103345" y="7141973"/>
                  </a:lnTo>
                  <a:lnTo>
                    <a:pt x="77205" y="7104214"/>
                  </a:lnTo>
                  <a:lnTo>
                    <a:pt x="54502" y="7064084"/>
                  </a:lnTo>
                  <a:lnTo>
                    <a:pt x="35449" y="7021794"/>
                  </a:lnTo>
                  <a:lnTo>
                    <a:pt x="20259" y="6977559"/>
                  </a:lnTo>
                  <a:lnTo>
                    <a:pt x="9146" y="6931590"/>
                  </a:lnTo>
                  <a:lnTo>
                    <a:pt x="2322" y="6884102"/>
                  </a:lnTo>
                  <a:lnTo>
                    <a:pt x="0" y="6835306"/>
                  </a:lnTo>
                  <a:lnTo>
                    <a:pt x="0" y="506924"/>
                  </a:lnTo>
                  <a:lnTo>
                    <a:pt x="2322" y="458129"/>
                  </a:lnTo>
                  <a:lnTo>
                    <a:pt x="9146" y="410640"/>
                  </a:lnTo>
                  <a:lnTo>
                    <a:pt x="20259" y="364672"/>
                  </a:lnTo>
                  <a:lnTo>
                    <a:pt x="35449" y="320436"/>
                  </a:lnTo>
                  <a:lnTo>
                    <a:pt x="54502" y="278147"/>
                  </a:lnTo>
                  <a:lnTo>
                    <a:pt x="77205" y="238016"/>
                  </a:lnTo>
                  <a:lnTo>
                    <a:pt x="103345" y="200258"/>
                  </a:lnTo>
                  <a:lnTo>
                    <a:pt x="132709" y="165085"/>
                  </a:lnTo>
                  <a:lnTo>
                    <a:pt x="165084" y="132709"/>
                  </a:lnTo>
                  <a:lnTo>
                    <a:pt x="200258" y="103345"/>
                  </a:lnTo>
                  <a:lnTo>
                    <a:pt x="238016" y="77205"/>
                  </a:lnTo>
                  <a:lnTo>
                    <a:pt x="278147" y="54502"/>
                  </a:lnTo>
                  <a:lnTo>
                    <a:pt x="320436" y="35449"/>
                  </a:lnTo>
                  <a:lnTo>
                    <a:pt x="364672" y="20259"/>
                  </a:lnTo>
                  <a:lnTo>
                    <a:pt x="410640" y="9146"/>
                  </a:lnTo>
                  <a:lnTo>
                    <a:pt x="458129" y="2322"/>
                  </a:lnTo>
                  <a:lnTo>
                    <a:pt x="506925" y="0"/>
                  </a:lnTo>
                  <a:lnTo>
                    <a:pt x="3088788" y="0"/>
                  </a:lnTo>
                  <a:lnTo>
                    <a:pt x="3137583" y="2322"/>
                  </a:lnTo>
                  <a:lnTo>
                    <a:pt x="3185071" y="9146"/>
                  </a:lnTo>
                  <a:lnTo>
                    <a:pt x="3231040" y="20259"/>
                  </a:lnTo>
                  <a:lnTo>
                    <a:pt x="3275275" y="35449"/>
                  </a:lnTo>
                  <a:lnTo>
                    <a:pt x="3317565" y="54502"/>
                  </a:lnTo>
                  <a:lnTo>
                    <a:pt x="3324611" y="58488"/>
                  </a:lnTo>
                  <a:lnTo>
                    <a:pt x="3324611" y="187144"/>
                  </a:lnTo>
                  <a:lnTo>
                    <a:pt x="488754" y="187144"/>
                  </a:lnTo>
                  <a:lnTo>
                    <a:pt x="440182" y="191074"/>
                  </a:lnTo>
                  <a:lnTo>
                    <a:pt x="394085" y="202450"/>
                  </a:lnTo>
                  <a:lnTo>
                    <a:pt x="351084" y="220650"/>
                  </a:lnTo>
                  <a:lnTo>
                    <a:pt x="311800" y="245053"/>
                  </a:lnTo>
                  <a:lnTo>
                    <a:pt x="276855" y="275038"/>
                  </a:lnTo>
                  <a:lnTo>
                    <a:pt x="246870" y="309983"/>
                  </a:lnTo>
                  <a:lnTo>
                    <a:pt x="222467" y="349267"/>
                  </a:lnTo>
                  <a:lnTo>
                    <a:pt x="204267" y="392268"/>
                  </a:lnTo>
                  <a:lnTo>
                    <a:pt x="193011" y="437881"/>
                  </a:lnTo>
                  <a:lnTo>
                    <a:pt x="192891" y="438366"/>
                  </a:lnTo>
                  <a:lnTo>
                    <a:pt x="188961" y="486938"/>
                  </a:lnTo>
                  <a:lnTo>
                    <a:pt x="188961" y="6864377"/>
                  </a:lnTo>
                  <a:lnTo>
                    <a:pt x="192891" y="6912949"/>
                  </a:lnTo>
                  <a:lnTo>
                    <a:pt x="204267" y="6959047"/>
                  </a:lnTo>
                  <a:lnTo>
                    <a:pt x="222467" y="7002048"/>
                  </a:lnTo>
                  <a:lnTo>
                    <a:pt x="246870" y="7041332"/>
                  </a:lnTo>
                  <a:lnTo>
                    <a:pt x="276855" y="7076277"/>
                  </a:lnTo>
                  <a:lnTo>
                    <a:pt x="311800" y="7106262"/>
                  </a:lnTo>
                  <a:lnTo>
                    <a:pt x="351084" y="7130666"/>
                  </a:lnTo>
                  <a:lnTo>
                    <a:pt x="394085" y="7148866"/>
                  </a:lnTo>
                  <a:lnTo>
                    <a:pt x="440182" y="7160242"/>
                  </a:lnTo>
                  <a:lnTo>
                    <a:pt x="488754" y="7164172"/>
                  </a:lnTo>
                  <a:lnTo>
                    <a:pt x="3324611" y="7164172"/>
                  </a:lnTo>
                  <a:lnTo>
                    <a:pt x="3324611" y="7283742"/>
                  </a:lnTo>
                  <a:lnTo>
                    <a:pt x="3275275" y="7306781"/>
                  </a:lnTo>
                  <a:lnTo>
                    <a:pt x="3231040" y="7321971"/>
                  </a:lnTo>
                  <a:lnTo>
                    <a:pt x="3185071" y="7333084"/>
                  </a:lnTo>
                  <a:lnTo>
                    <a:pt x="3137583" y="7339909"/>
                  </a:lnTo>
                  <a:lnTo>
                    <a:pt x="3088788" y="7342231"/>
                  </a:lnTo>
                  <a:close/>
                </a:path>
                <a:path w="3324859" h="7342505">
                  <a:moveTo>
                    <a:pt x="2550975" y="437881"/>
                  </a:moveTo>
                  <a:lnTo>
                    <a:pt x="1048370" y="437881"/>
                  </a:lnTo>
                  <a:lnTo>
                    <a:pt x="1003679" y="431799"/>
                  </a:lnTo>
                  <a:lnTo>
                    <a:pt x="963378" y="414664"/>
                  </a:lnTo>
                  <a:lnTo>
                    <a:pt x="929134" y="388142"/>
                  </a:lnTo>
                  <a:lnTo>
                    <a:pt x="902612" y="353898"/>
                  </a:lnTo>
                  <a:lnTo>
                    <a:pt x="885477" y="313597"/>
                  </a:lnTo>
                  <a:lnTo>
                    <a:pt x="879395" y="268906"/>
                  </a:lnTo>
                  <a:lnTo>
                    <a:pt x="879395" y="187144"/>
                  </a:lnTo>
                  <a:lnTo>
                    <a:pt x="2719950" y="187144"/>
                  </a:lnTo>
                  <a:lnTo>
                    <a:pt x="2719950" y="232567"/>
                  </a:lnTo>
                  <a:lnTo>
                    <a:pt x="2229378" y="232567"/>
                  </a:lnTo>
                  <a:lnTo>
                    <a:pt x="2212316" y="236087"/>
                  </a:lnTo>
                  <a:lnTo>
                    <a:pt x="2197808" y="245740"/>
                  </a:lnTo>
                  <a:lnTo>
                    <a:pt x="2196856" y="247102"/>
                  </a:lnTo>
                  <a:lnTo>
                    <a:pt x="1558928" y="247102"/>
                  </a:lnTo>
                  <a:lnTo>
                    <a:pt x="1547204" y="249374"/>
                  </a:lnTo>
                  <a:lnTo>
                    <a:pt x="1537352" y="255733"/>
                  </a:lnTo>
                  <a:lnTo>
                    <a:pt x="1530567" y="265499"/>
                  </a:lnTo>
                  <a:lnTo>
                    <a:pt x="1528040" y="277990"/>
                  </a:lnTo>
                  <a:lnTo>
                    <a:pt x="1530567" y="290482"/>
                  </a:lnTo>
                  <a:lnTo>
                    <a:pt x="1537352" y="300248"/>
                  </a:lnTo>
                  <a:lnTo>
                    <a:pt x="1547204" y="306607"/>
                  </a:lnTo>
                  <a:lnTo>
                    <a:pt x="1558928" y="308878"/>
                  </a:lnTo>
                  <a:lnTo>
                    <a:pt x="2196215" y="308878"/>
                  </a:lnTo>
                  <a:lnTo>
                    <a:pt x="2197127" y="310241"/>
                  </a:lnTo>
                  <a:lnTo>
                    <a:pt x="2211549" y="319893"/>
                  </a:lnTo>
                  <a:lnTo>
                    <a:pt x="2229378" y="323414"/>
                  </a:lnTo>
                  <a:lnTo>
                    <a:pt x="2709694" y="323414"/>
                  </a:lnTo>
                  <a:lnTo>
                    <a:pt x="2696733" y="353898"/>
                  </a:lnTo>
                  <a:lnTo>
                    <a:pt x="2670211" y="388142"/>
                  </a:lnTo>
                  <a:lnTo>
                    <a:pt x="2635967" y="414664"/>
                  </a:lnTo>
                  <a:lnTo>
                    <a:pt x="2595666" y="431799"/>
                  </a:lnTo>
                  <a:lnTo>
                    <a:pt x="2550975" y="437881"/>
                  </a:lnTo>
                  <a:close/>
                </a:path>
                <a:path w="3324859" h="7342505">
                  <a:moveTo>
                    <a:pt x="3324611" y="279627"/>
                  </a:moveTo>
                  <a:lnTo>
                    <a:pt x="3285728" y="245053"/>
                  </a:lnTo>
                  <a:lnTo>
                    <a:pt x="3246444" y="220650"/>
                  </a:lnTo>
                  <a:lnTo>
                    <a:pt x="3203443" y="202450"/>
                  </a:lnTo>
                  <a:lnTo>
                    <a:pt x="3157346" y="191074"/>
                  </a:lnTo>
                  <a:lnTo>
                    <a:pt x="3108774" y="187144"/>
                  </a:lnTo>
                  <a:lnTo>
                    <a:pt x="3324611" y="187144"/>
                  </a:lnTo>
                  <a:lnTo>
                    <a:pt x="3324611" y="279627"/>
                  </a:lnTo>
                  <a:close/>
                </a:path>
                <a:path w="3324859" h="7342505">
                  <a:moveTo>
                    <a:pt x="2709694" y="323414"/>
                  </a:moveTo>
                  <a:lnTo>
                    <a:pt x="2229378" y="323414"/>
                  </a:lnTo>
                  <a:lnTo>
                    <a:pt x="2247206" y="319893"/>
                  </a:lnTo>
                  <a:lnTo>
                    <a:pt x="2261628" y="310241"/>
                  </a:lnTo>
                  <a:lnTo>
                    <a:pt x="2271280" y="295819"/>
                  </a:lnTo>
                  <a:lnTo>
                    <a:pt x="2274769" y="278147"/>
                  </a:lnTo>
                  <a:lnTo>
                    <a:pt x="2274800" y="277990"/>
                  </a:lnTo>
                  <a:lnTo>
                    <a:pt x="2271280" y="260162"/>
                  </a:lnTo>
                  <a:lnTo>
                    <a:pt x="2261628" y="245740"/>
                  </a:lnTo>
                  <a:lnTo>
                    <a:pt x="2247206" y="236087"/>
                  </a:lnTo>
                  <a:lnTo>
                    <a:pt x="2229378" y="232567"/>
                  </a:lnTo>
                  <a:lnTo>
                    <a:pt x="2719950" y="232567"/>
                  </a:lnTo>
                  <a:lnTo>
                    <a:pt x="2719950" y="268906"/>
                  </a:lnTo>
                  <a:lnTo>
                    <a:pt x="2713868" y="313597"/>
                  </a:lnTo>
                  <a:lnTo>
                    <a:pt x="2709694" y="323414"/>
                  </a:lnTo>
                  <a:close/>
                </a:path>
                <a:path w="3324859" h="7342505">
                  <a:moveTo>
                    <a:pt x="2196215" y="308878"/>
                  </a:moveTo>
                  <a:lnTo>
                    <a:pt x="1994993" y="308878"/>
                  </a:lnTo>
                  <a:lnTo>
                    <a:pt x="2006718" y="306607"/>
                  </a:lnTo>
                  <a:lnTo>
                    <a:pt x="2016569" y="300248"/>
                  </a:lnTo>
                  <a:lnTo>
                    <a:pt x="2023354" y="290482"/>
                  </a:lnTo>
                  <a:lnTo>
                    <a:pt x="2025849" y="278147"/>
                  </a:lnTo>
                  <a:lnTo>
                    <a:pt x="2025881" y="277990"/>
                  </a:lnTo>
                  <a:lnTo>
                    <a:pt x="2023354" y="265499"/>
                  </a:lnTo>
                  <a:lnTo>
                    <a:pt x="2016569" y="255733"/>
                  </a:lnTo>
                  <a:lnTo>
                    <a:pt x="2006718" y="249374"/>
                  </a:lnTo>
                  <a:lnTo>
                    <a:pt x="1994993" y="247102"/>
                  </a:lnTo>
                  <a:lnTo>
                    <a:pt x="2196856" y="247102"/>
                  </a:lnTo>
                  <a:lnTo>
                    <a:pt x="2187730" y="260162"/>
                  </a:lnTo>
                  <a:lnTo>
                    <a:pt x="2183954" y="277990"/>
                  </a:lnTo>
                  <a:lnTo>
                    <a:pt x="2187474" y="295819"/>
                  </a:lnTo>
                  <a:lnTo>
                    <a:pt x="2196215" y="308878"/>
                  </a:lnTo>
                  <a:close/>
                </a:path>
                <a:path w="3324859" h="7342505">
                  <a:moveTo>
                    <a:pt x="3324611" y="7164172"/>
                  </a:moveTo>
                  <a:lnTo>
                    <a:pt x="3110591" y="7164172"/>
                  </a:lnTo>
                  <a:lnTo>
                    <a:pt x="3159163" y="7160242"/>
                  </a:lnTo>
                  <a:lnTo>
                    <a:pt x="3205260" y="7148866"/>
                  </a:lnTo>
                  <a:lnTo>
                    <a:pt x="3248261" y="7130666"/>
                  </a:lnTo>
                  <a:lnTo>
                    <a:pt x="3287545" y="7106262"/>
                  </a:lnTo>
                  <a:lnTo>
                    <a:pt x="3322490" y="7076277"/>
                  </a:lnTo>
                  <a:lnTo>
                    <a:pt x="3324611" y="7073806"/>
                  </a:lnTo>
                  <a:lnTo>
                    <a:pt x="3324611" y="7164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2350" y="1012990"/>
              <a:ext cx="3135649" cy="697702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491431" y="1072948"/>
              <a:ext cx="497840" cy="62230"/>
            </a:xfrm>
            <a:custGeom>
              <a:avLst/>
              <a:gdLst/>
              <a:ahLst/>
              <a:cxnLst/>
              <a:rect l="l" t="t" r="r" b="b"/>
              <a:pathLst>
                <a:path w="497840" h="62230">
                  <a:moveTo>
                    <a:pt x="466952" y="61775"/>
                  </a:moveTo>
                  <a:lnTo>
                    <a:pt x="30887" y="61775"/>
                  </a:lnTo>
                  <a:lnTo>
                    <a:pt x="19163" y="59504"/>
                  </a:lnTo>
                  <a:lnTo>
                    <a:pt x="9312" y="53145"/>
                  </a:lnTo>
                  <a:lnTo>
                    <a:pt x="2526" y="43379"/>
                  </a:lnTo>
                  <a:lnTo>
                    <a:pt x="0" y="30887"/>
                  </a:lnTo>
                  <a:lnTo>
                    <a:pt x="2526" y="18396"/>
                  </a:lnTo>
                  <a:lnTo>
                    <a:pt x="9312" y="8630"/>
                  </a:lnTo>
                  <a:lnTo>
                    <a:pt x="19163" y="2271"/>
                  </a:lnTo>
                  <a:lnTo>
                    <a:pt x="30887" y="0"/>
                  </a:lnTo>
                  <a:lnTo>
                    <a:pt x="466952" y="0"/>
                  </a:lnTo>
                  <a:lnTo>
                    <a:pt x="478677" y="2271"/>
                  </a:lnTo>
                  <a:lnTo>
                    <a:pt x="488528" y="8630"/>
                  </a:lnTo>
                  <a:lnTo>
                    <a:pt x="495313" y="18396"/>
                  </a:lnTo>
                  <a:lnTo>
                    <a:pt x="497840" y="30887"/>
                  </a:lnTo>
                  <a:lnTo>
                    <a:pt x="495313" y="43379"/>
                  </a:lnTo>
                  <a:lnTo>
                    <a:pt x="488528" y="53145"/>
                  </a:lnTo>
                  <a:lnTo>
                    <a:pt x="478677" y="59504"/>
                  </a:lnTo>
                  <a:lnTo>
                    <a:pt x="466952" y="6177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47345" y="1058413"/>
              <a:ext cx="90846" cy="908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87068" y="1770658"/>
              <a:ext cx="40005" cy="1755775"/>
            </a:xfrm>
            <a:custGeom>
              <a:avLst/>
              <a:gdLst/>
              <a:ahLst/>
              <a:cxnLst/>
              <a:rect l="l" t="t" r="r" b="b"/>
              <a:pathLst>
                <a:path w="40005" h="1755775">
                  <a:moveTo>
                    <a:pt x="39979" y="1202804"/>
                  </a:moveTo>
                  <a:lnTo>
                    <a:pt x="24536" y="1205992"/>
                  </a:lnTo>
                  <a:lnTo>
                    <a:pt x="11811" y="1214615"/>
                  </a:lnTo>
                  <a:lnTo>
                    <a:pt x="3187" y="1227340"/>
                  </a:lnTo>
                  <a:lnTo>
                    <a:pt x="0" y="1242783"/>
                  </a:lnTo>
                  <a:lnTo>
                    <a:pt x="0" y="1715185"/>
                  </a:lnTo>
                  <a:lnTo>
                    <a:pt x="3187" y="1730629"/>
                  </a:lnTo>
                  <a:lnTo>
                    <a:pt x="11811" y="1743341"/>
                  </a:lnTo>
                  <a:lnTo>
                    <a:pt x="24536" y="1751977"/>
                  </a:lnTo>
                  <a:lnTo>
                    <a:pt x="39979" y="1755152"/>
                  </a:lnTo>
                  <a:lnTo>
                    <a:pt x="39979" y="1202804"/>
                  </a:lnTo>
                  <a:close/>
                </a:path>
                <a:path w="40005" h="1755775">
                  <a:moveTo>
                    <a:pt x="39979" y="532358"/>
                  </a:moveTo>
                  <a:lnTo>
                    <a:pt x="24536" y="535254"/>
                  </a:lnTo>
                  <a:lnTo>
                    <a:pt x="11811" y="543267"/>
                  </a:lnTo>
                  <a:lnTo>
                    <a:pt x="3187" y="555358"/>
                  </a:lnTo>
                  <a:lnTo>
                    <a:pt x="0" y="570522"/>
                  </a:lnTo>
                  <a:lnTo>
                    <a:pt x="0" y="1042924"/>
                  </a:lnTo>
                  <a:lnTo>
                    <a:pt x="3187" y="1058367"/>
                  </a:lnTo>
                  <a:lnTo>
                    <a:pt x="11811" y="1071079"/>
                  </a:lnTo>
                  <a:lnTo>
                    <a:pt x="24536" y="1079715"/>
                  </a:lnTo>
                  <a:lnTo>
                    <a:pt x="39979" y="1082890"/>
                  </a:lnTo>
                  <a:lnTo>
                    <a:pt x="39979" y="532358"/>
                  </a:lnTo>
                  <a:close/>
                </a:path>
                <a:path w="40005" h="1755775">
                  <a:moveTo>
                    <a:pt x="39979" y="0"/>
                  </a:moveTo>
                  <a:lnTo>
                    <a:pt x="24536" y="2895"/>
                  </a:lnTo>
                  <a:lnTo>
                    <a:pt x="11811" y="10896"/>
                  </a:lnTo>
                  <a:lnTo>
                    <a:pt x="3187" y="22999"/>
                  </a:lnTo>
                  <a:lnTo>
                    <a:pt x="0" y="38150"/>
                  </a:lnTo>
                  <a:lnTo>
                    <a:pt x="0" y="265264"/>
                  </a:lnTo>
                  <a:lnTo>
                    <a:pt x="3187" y="280720"/>
                  </a:lnTo>
                  <a:lnTo>
                    <a:pt x="11811" y="293433"/>
                  </a:lnTo>
                  <a:lnTo>
                    <a:pt x="24536" y="302069"/>
                  </a:lnTo>
                  <a:lnTo>
                    <a:pt x="39979" y="305244"/>
                  </a:lnTo>
                  <a:lnTo>
                    <a:pt x="39979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927051" y="789506"/>
              <a:ext cx="3361054" cy="7415530"/>
            </a:xfrm>
            <a:custGeom>
              <a:avLst/>
              <a:gdLst/>
              <a:ahLst/>
              <a:cxnLst/>
              <a:rect l="l" t="t" r="r" b="b"/>
              <a:pathLst>
                <a:path w="3361055" h="7415530">
                  <a:moveTo>
                    <a:pt x="3125127" y="7414908"/>
                  </a:moveTo>
                  <a:lnTo>
                    <a:pt x="543264" y="7414908"/>
                  </a:lnTo>
                  <a:lnTo>
                    <a:pt x="496423" y="7412912"/>
                  </a:lnTo>
                  <a:lnTo>
                    <a:pt x="450682" y="7407033"/>
                  </a:lnTo>
                  <a:lnTo>
                    <a:pt x="406205" y="7397435"/>
                  </a:lnTo>
                  <a:lnTo>
                    <a:pt x="363155" y="7384281"/>
                  </a:lnTo>
                  <a:lnTo>
                    <a:pt x="321696" y="7367736"/>
                  </a:lnTo>
                  <a:lnTo>
                    <a:pt x="281992" y="7347963"/>
                  </a:lnTo>
                  <a:lnTo>
                    <a:pt x="244206" y="7325125"/>
                  </a:lnTo>
                  <a:lnTo>
                    <a:pt x="208502" y="7299387"/>
                  </a:lnTo>
                  <a:lnTo>
                    <a:pt x="175044" y="7270912"/>
                  </a:lnTo>
                  <a:lnTo>
                    <a:pt x="143996" y="7239864"/>
                  </a:lnTo>
                  <a:lnTo>
                    <a:pt x="115521" y="7206406"/>
                  </a:lnTo>
                  <a:lnTo>
                    <a:pt x="89782" y="7170702"/>
                  </a:lnTo>
                  <a:lnTo>
                    <a:pt x="66945" y="7132916"/>
                  </a:lnTo>
                  <a:lnTo>
                    <a:pt x="47171" y="7093212"/>
                  </a:lnTo>
                  <a:lnTo>
                    <a:pt x="30626" y="7051753"/>
                  </a:lnTo>
                  <a:lnTo>
                    <a:pt x="17472" y="7008703"/>
                  </a:lnTo>
                  <a:lnTo>
                    <a:pt x="7874" y="6964226"/>
                  </a:lnTo>
                  <a:lnTo>
                    <a:pt x="1996" y="6918485"/>
                  </a:lnTo>
                  <a:lnTo>
                    <a:pt x="77" y="6873462"/>
                  </a:lnTo>
                  <a:lnTo>
                    <a:pt x="0" y="543263"/>
                  </a:lnTo>
                  <a:lnTo>
                    <a:pt x="681" y="515753"/>
                  </a:lnTo>
                  <a:lnTo>
                    <a:pt x="6132" y="460734"/>
                  </a:lnTo>
                  <a:lnTo>
                    <a:pt x="13655" y="420904"/>
                  </a:lnTo>
                  <a:lnTo>
                    <a:pt x="23620" y="381556"/>
                  </a:lnTo>
                  <a:lnTo>
                    <a:pt x="37701" y="344309"/>
                  </a:lnTo>
                  <a:lnTo>
                    <a:pt x="54508" y="307061"/>
                  </a:lnTo>
                  <a:lnTo>
                    <a:pt x="73160" y="272824"/>
                  </a:lnTo>
                  <a:lnTo>
                    <a:pt x="93799" y="239835"/>
                  </a:lnTo>
                  <a:lnTo>
                    <a:pt x="120542" y="202020"/>
                  </a:lnTo>
                  <a:lnTo>
                    <a:pt x="146320" y="172040"/>
                  </a:lnTo>
                  <a:lnTo>
                    <a:pt x="169429" y="149613"/>
                  </a:lnTo>
                  <a:lnTo>
                    <a:pt x="188507" y="132011"/>
                  </a:lnTo>
                  <a:lnTo>
                    <a:pt x="234118" y="96333"/>
                  </a:lnTo>
                  <a:lnTo>
                    <a:pt x="272682" y="72052"/>
                  </a:lnTo>
                  <a:lnTo>
                    <a:pt x="313503" y="50923"/>
                  </a:lnTo>
                  <a:lnTo>
                    <a:pt x="356346" y="33159"/>
                  </a:lnTo>
                  <a:lnTo>
                    <a:pt x="400978" y="18971"/>
                  </a:lnTo>
                  <a:lnTo>
                    <a:pt x="447165" y="8573"/>
                  </a:lnTo>
                  <a:lnTo>
                    <a:pt x="495225" y="2104"/>
                  </a:lnTo>
                  <a:lnTo>
                    <a:pt x="496333" y="2104"/>
                  </a:lnTo>
                  <a:lnTo>
                    <a:pt x="543264" y="0"/>
                  </a:lnTo>
                  <a:lnTo>
                    <a:pt x="3126944" y="0"/>
                  </a:lnTo>
                  <a:lnTo>
                    <a:pt x="3175462" y="2104"/>
                  </a:lnTo>
                  <a:lnTo>
                    <a:pt x="3222788" y="8318"/>
                  </a:lnTo>
                  <a:lnTo>
                    <a:pt x="3268750" y="18492"/>
                  </a:lnTo>
                  <a:lnTo>
                    <a:pt x="3313180" y="32477"/>
                  </a:lnTo>
                  <a:lnTo>
                    <a:pt x="3322528" y="36338"/>
                  </a:lnTo>
                  <a:lnTo>
                    <a:pt x="543264" y="36338"/>
                  </a:lnTo>
                  <a:lnTo>
                    <a:pt x="494468" y="38661"/>
                  </a:lnTo>
                  <a:lnTo>
                    <a:pt x="446980" y="45488"/>
                  </a:lnTo>
                  <a:lnTo>
                    <a:pt x="401011" y="56608"/>
                  </a:lnTo>
                  <a:lnTo>
                    <a:pt x="356776" y="71812"/>
                  </a:lnTo>
                  <a:lnTo>
                    <a:pt x="314486" y="90887"/>
                  </a:lnTo>
                  <a:lnTo>
                    <a:pt x="274355" y="113624"/>
                  </a:lnTo>
                  <a:lnTo>
                    <a:pt x="236597" y="139811"/>
                  </a:lnTo>
                  <a:lnTo>
                    <a:pt x="201424" y="169237"/>
                  </a:lnTo>
                  <a:lnTo>
                    <a:pt x="169048" y="201693"/>
                  </a:lnTo>
                  <a:lnTo>
                    <a:pt x="139684" y="236967"/>
                  </a:lnTo>
                  <a:lnTo>
                    <a:pt x="113544" y="274847"/>
                  </a:lnTo>
                  <a:lnTo>
                    <a:pt x="90841" y="315125"/>
                  </a:lnTo>
                  <a:lnTo>
                    <a:pt x="71788" y="357588"/>
                  </a:lnTo>
                  <a:lnTo>
                    <a:pt x="56599" y="402025"/>
                  </a:lnTo>
                  <a:lnTo>
                    <a:pt x="45485" y="448227"/>
                  </a:lnTo>
                  <a:lnTo>
                    <a:pt x="38661" y="495982"/>
                  </a:lnTo>
                  <a:lnTo>
                    <a:pt x="36425" y="543263"/>
                  </a:lnTo>
                  <a:lnTo>
                    <a:pt x="36339" y="6873462"/>
                  </a:lnTo>
                  <a:lnTo>
                    <a:pt x="38661" y="6922257"/>
                  </a:lnTo>
                  <a:lnTo>
                    <a:pt x="45485" y="6969746"/>
                  </a:lnTo>
                  <a:lnTo>
                    <a:pt x="56599" y="7015714"/>
                  </a:lnTo>
                  <a:lnTo>
                    <a:pt x="71788" y="7059949"/>
                  </a:lnTo>
                  <a:lnTo>
                    <a:pt x="90841" y="7102239"/>
                  </a:lnTo>
                  <a:lnTo>
                    <a:pt x="113544" y="7142369"/>
                  </a:lnTo>
                  <a:lnTo>
                    <a:pt x="139684" y="7180128"/>
                  </a:lnTo>
                  <a:lnTo>
                    <a:pt x="169048" y="7215301"/>
                  </a:lnTo>
                  <a:lnTo>
                    <a:pt x="201424" y="7247677"/>
                  </a:lnTo>
                  <a:lnTo>
                    <a:pt x="236597" y="7277041"/>
                  </a:lnTo>
                  <a:lnTo>
                    <a:pt x="274355" y="7303181"/>
                  </a:lnTo>
                  <a:lnTo>
                    <a:pt x="314486" y="7325884"/>
                  </a:lnTo>
                  <a:lnTo>
                    <a:pt x="356776" y="7344937"/>
                  </a:lnTo>
                  <a:lnTo>
                    <a:pt x="401011" y="7360127"/>
                  </a:lnTo>
                  <a:lnTo>
                    <a:pt x="446980" y="7371240"/>
                  </a:lnTo>
                  <a:lnTo>
                    <a:pt x="494468" y="7378065"/>
                  </a:lnTo>
                  <a:lnTo>
                    <a:pt x="543264" y="7380387"/>
                  </a:lnTo>
                  <a:lnTo>
                    <a:pt x="3314994" y="7380387"/>
                  </a:lnTo>
                  <a:lnTo>
                    <a:pt x="3305235" y="7384281"/>
                  </a:lnTo>
                  <a:lnTo>
                    <a:pt x="3262185" y="7397435"/>
                  </a:lnTo>
                  <a:lnTo>
                    <a:pt x="3217708" y="7407033"/>
                  </a:lnTo>
                  <a:lnTo>
                    <a:pt x="3171967" y="7412912"/>
                  </a:lnTo>
                  <a:lnTo>
                    <a:pt x="3125127" y="7414908"/>
                  </a:lnTo>
                  <a:close/>
                </a:path>
                <a:path w="3361055" h="7415530">
                  <a:moveTo>
                    <a:pt x="3360950" y="94829"/>
                  </a:moveTo>
                  <a:lnTo>
                    <a:pt x="3311667" y="71812"/>
                  </a:lnTo>
                  <a:lnTo>
                    <a:pt x="3267408" y="56608"/>
                  </a:lnTo>
                  <a:lnTo>
                    <a:pt x="3221423" y="45488"/>
                  </a:lnTo>
                  <a:lnTo>
                    <a:pt x="3173925" y="38661"/>
                  </a:lnTo>
                  <a:lnTo>
                    <a:pt x="3125127" y="36338"/>
                  </a:lnTo>
                  <a:lnTo>
                    <a:pt x="3322528" y="36338"/>
                  </a:lnTo>
                  <a:lnTo>
                    <a:pt x="3355906" y="50125"/>
                  </a:lnTo>
                  <a:lnTo>
                    <a:pt x="3360950" y="52737"/>
                  </a:lnTo>
                  <a:lnTo>
                    <a:pt x="3360950" y="94829"/>
                  </a:lnTo>
                  <a:close/>
                </a:path>
                <a:path w="3361055" h="7415530">
                  <a:moveTo>
                    <a:pt x="3314994" y="7380387"/>
                  </a:moveTo>
                  <a:lnTo>
                    <a:pt x="3125127" y="7380387"/>
                  </a:lnTo>
                  <a:lnTo>
                    <a:pt x="3173922" y="7378065"/>
                  </a:lnTo>
                  <a:lnTo>
                    <a:pt x="3221410" y="7371240"/>
                  </a:lnTo>
                  <a:lnTo>
                    <a:pt x="3267379" y="7360127"/>
                  </a:lnTo>
                  <a:lnTo>
                    <a:pt x="3311614" y="7344937"/>
                  </a:lnTo>
                  <a:lnTo>
                    <a:pt x="3353904" y="7325884"/>
                  </a:lnTo>
                  <a:lnTo>
                    <a:pt x="3360950" y="7321898"/>
                  </a:lnTo>
                  <a:lnTo>
                    <a:pt x="3360950" y="7360637"/>
                  </a:lnTo>
                  <a:lnTo>
                    <a:pt x="3346694" y="7367736"/>
                  </a:lnTo>
                  <a:lnTo>
                    <a:pt x="3314994" y="7380387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0677552" y="2086923"/>
            <a:ext cx="3748404" cy="7415530"/>
            <a:chOff x="10677552" y="2086923"/>
            <a:chExt cx="3748404" cy="7415530"/>
          </a:xfrm>
        </p:grpSpPr>
        <p:sp>
          <p:nvSpPr>
            <p:cNvPr id="10" name="object 10"/>
            <p:cNvSpPr/>
            <p:nvPr/>
          </p:nvSpPr>
          <p:spPr>
            <a:xfrm>
              <a:off x="10753863" y="2123261"/>
              <a:ext cx="3596004" cy="7342505"/>
            </a:xfrm>
            <a:custGeom>
              <a:avLst/>
              <a:gdLst/>
              <a:ahLst/>
              <a:cxnLst/>
              <a:rect l="l" t="t" r="r" b="b"/>
              <a:pathLst>
                <a:path w="3596005" h="7342505">
                  <a:moveTo>
                    <a:pt x="3088788" y="7342232"/>
                  </a:moveTo>
                  <a:lnTo>
                    <a:pt x="506924" y="7342232"/>
                  </a:lnTo>
                  <a:lnTo>
                    <a:pt x="458129" y="7339910"/>
                  </a:lnTo>
                  <a:lnTo>
                    <a:pt x="410640" y="7333085"/>
                  </a:lnTo>
                  <a:lnTo>
                    <a:pt x="364672" y="7321972"/>
                  </a:lnTo>
                  <a:lnTo>
                    <a:pt x="320436" y="7306782"/>
                  </a:lnTo>
                  <a:lnTo>
                    <a:pt x="278147" y="7287729"/>
                  </a:lnTo>
                  <a:lnTo>
                    <a:pt x="238016" y="7265026"/>
                  </a:lnTo>
                  <a:lnTo>
                    <a:pt x="200258" y="7238886"/>
                  </a:lnTo>
                  <a:lnTo>
                    <a:pt x="165085" y="7209522"/>
                  </a:lnTo>
                  <a:lnTo>
                    <a:pt x="132709" y="7177146"/>
                  </a:lnTo>
                  <a:lnTo>
                    <a:pt x="103345" y="7141973"/>
                  </a:lnTo>
                  <a:lnTo>
                    <a:pt x="77205" y="7104214"/>
                  </a:lnTo>
                  <a:lnTo>
                    <a:pt x="54502" y="7064084"/>
                  </a:lnTo>
                  <a:lnTo>
                    <a:pt x="35449" y="7021794"/>
                  </a:lnTo>
                  <a:lnTo>
                    <a:pt x="20259" y="6977559"/>
                  </a:lnTo>
                  <a:lnTo>
                    <a:pt x="9146" y="6931591"/>
                  </a:lnTo>
                  <a:lnTo>
                    <a:pt x="2322" y="6884102"/>
                  </a:lnTo>
                  <a:lnTo>
                    <a:pt x="0" y="6835307"/>
                  </a:lnTo>
                  <a:lnTo>
                    <a:pt x="0" y="506924"/>
                  </a:lnTo>
                  <a:lnTo>
                    <a:pt x="2322" y="458129"/>
                  </a:lnTo>
                  <a:lnTo>
                    <a:pt x="9146" y="410640"/>
                  </a:lnTo>
                  <a:lnTo>
                    <a:pt x="20259" y="364672"/>
                  </a:lnTo>
                  <a:lnTo>
                    <a:pt x="35449" y="320436"/>
                  </a:lnTo>
                  <a:lnTo>
                    <a:pt x="54502" y="278147"/>
                  </a:lnTo>
                  <a:lnTo>
                    <a:pt x="77205" y="238017"/>
                  </a:lnTo>
                  <a:lnTo>
                    <a:pt x="103345" y="200258"/>
                  </a:lnTo>
                  <a:lnTo>
                    <a:pt x="132709" y="165085"/>
                  </a:lnTo>
                  <a:lnTo>
                    <a:pt x="165085" y="132709"/>
                  </a:lnTo>
                  <a:lnTo>
                    <a:pt x="200258" y="103345"/>
                  </a:lnTo>
                  <a:lnTo>
                    <a:pt x="238016" y="77205"/>
                  </a:lnTo>
                  <a:lnTo>
                    <a:pt x="278147" y="54502"/>
                  </a:lnTo>
                  <a:lnTo>
                    <a:pt x="320436" y="35449"/>
                  </a:lnTo>
                  <a:lnTo>
                    <a:pt x="364672" y="20259"/>
                  </a:lnTo>
                  <a:lnTo>
                    <a:pt x="410640" y="9146"/>
                  </a:lnTo>
                  <a:lnTo>
                    <a:pt x="458129" y="2322"/>
                  </a:lnTo>
                  <a:lnTo>
                    <a:pt x="506924" y="0"/>
                  </a:lnTo>
                  <a:lnTo>
                    <a:pt x="3088788" y="0"/>
                  </a:lnTo>
                  <a:lnTo>
                    <a:pt x="3137583" y="2322"/>
                  </a:lnTo>
                  <a:lnTo>
                    <a:pt x="3185072" y="9146"/>
                  </a:lnTo>
                  <a:lnTo>
                    <a:pt x="3231040" y="20259"/>
                  </a:lnTo>
                  <a:lnTo>
                    <a:pt x="3275276" y="35449"/>
                  </a:lnTo>
                  <a:lnTo>
                    <a:pt x="3317565" y="54502"/>
                  </a:lnTo>
                  <a:lnTo>
                    <a:pt x="3357696" y="77205"/>
                  </a:lnTo>
                  <a:lnTo>
                    <a:pt x="3395454" y="103345"/>
                  </a:lnTo>
                  <a:lnTo>
                    <a:pt x="3430627" y="132709"/>
                  </a:lnTo>
                  <a:lnTo>
                    <a:pt x="3463003" y="165085"/>
                  </a:lnTo>
                  <a:lnTo>
                    <a:pt x="3481419" y="187144"/>
                  </a:lnTo>
                  <a:lnTo>
                    <a:pt x="488755" y="187144"/>
                  </a:lnTo>
                  <a:lnTo>
                    <a:pt x="440183" y="191074"/>
                  </a:lnTo>
                  <a:lnTo>
                    <a:pt x="394086" y="202450"/>
                  </a:lnTo>
                  <a:lnTo>
                    <a:pt x="351084" y="220650"/>
                  </a:lnTo>
                  <a:lnTo>
                    <a:pt x="311800" y="245053"/>
                  </a:lnTo>
                  <a:lnTo>
                    <a:pt x="276855" y="275038"/>
                  </a:lnTo>
                  <a:lnTo>
                    <a:pt x="246870" y="309983"/>
                  </a:lnTo>
                  <a:lnTo>
                    <a:pt x="222467" y="349267"/>
                  </a:lnTo>
                  <a:lnTo>
                    <a:pt x="204267" y="392268"/>
                  </a:lnTo>
                  <a:lnTo>
                    <a:pt x="193011" y="437881"/>
                  </a:lnTo>
                  <a:lnTo>
                    <a:pt x="192891" y="438366"/>
                  </a:lnTo>
                  <a:lnTo>
                    <a:pt x="188961" y="486938"/>
                  </a:lnTo>
                  <a:lnTo>
                    <a:pt x="188961" y="6864377"/>
                  </a:lnTo>
                  <a:lnTo>
                    <a:pt x="192891" y="6912949"/>
                  </a:lnTo>
                  <a:lnTo>
                    <a:pt x="204267" y="6959047"/>
                  </a:lnTo>
                  <a:lnTo>
                    <a:pt x="222467" y="7002048"/>
                  </a:lnTo>
                  <a:lnTo>
                    <a:pt x="246870" y="7041332"/>
                  </a:lnTo>
                  <a:lnTo>
                    <a:pt x="276855" y="7076277"/>
                  </a:lnTo>
                  <a:lnTo>
                    <a:pt x="311800" y="7106262"/>
                  </a:lnTo>
                  <a:lnTo>
                    <a:pt x="351084" y="7130665"/>
                  </a:lnTo>
                  <a:lnTo>
                    <a:pt x="394086" y="7148865"/>
                  </a:lnTo>
                  <a:lnTo>
                    <a:pt x="440183" y="7160241"/>
                  </a:lnTo>
                  <a:lnTo>
                    <a:pt x="488755" y="7164171"/>
                  </a:lnTo>
                  <a:lnTo>
                    <a:pt x="3473835" y="7164171"/>
                  </a:lnTo>
                  <a:lnTo>
                    <a:pt x="3463003" y="7177146"/>
                  </a:lnTo>
                  <a:lnTo>
                    <a:pt x="3430627" y="7209522"/>
                  </a:lnTo>
                  <a:lnTo>
                    <a:pt x="3395454" y="7238886"/>
                  </a:lnTo>
                  <a:lnTo>
                    <a:pt x="3357696" y="7265026"/>
                  </a:lnTo>
                  <a:lnTo>
                    <a:pt x="3317565" y="7287729"/>
                  </a:lnTo>
                  <a:lnTo>
                    <a:pt x="3275276" y="7306782"/>
                  </a:lnTo>
                  <a:lnTo>
                    <a:pt x="3231040" y="7321972"/>
                  </a:lnTo>
                  <a:lnTo>
                    <a:pt x="3185072" y="7333085"/>
                  </a:lnTo>
                  <a:lnTo>
                    <a:pt x="3137583" y="7339910"/>
                  </a:lnTo>
                  <a:lnTo>
                    <a:pt x="3088788" y="7342232"/>
                  </a:lnTo>
                  <a:close/>
                </a:path>
                <a:path w="3596005" h="7342505">
                  <a:moveTo>
                    <a:pt x="2550975" y="437881"/>
                  </a:moveTo>
                  <a:lnTo>
                    <a:pt x="1048371" y="437881"/>
                  </a:lnTo>
                  <a:lnTo>
                    <a:pt x="1003679" y="431799"/>
                  </a:lnTo>
                  <a:lnTo>
                    <a:pt x="963379" y="414664"/>
                  </a:lnTo>
                  <a:lnTo>
                    <a:pt x="929135" y="388142"/>
                  </a:lnTo>
                  <a:lnTo>
                    <a:pt x="902612" y="353898"/>
                  </a:lnTo>
                  <a:lnTo>
                    <a:pt x="885477" y="313597"/>
                  </a:lnTo>
                  <a:lnTo>
                    <a:pt x="879396" y="268906"/>
                  </a:lnTo>
                  <a:lnTo>
                    <a:pt x="879396" y="187144"/>
                  </a:lnTo>
                  <a:lnTo>
                    <a:pt x="2719950" y="187144"/>
                  </a:lnTo>
                  <a:lnTo>
                    <a:pt x="2719950" y="232567"/>
                  </a:lnTo>
                  <a:lnTo>
                    <a:pt x="2229379" y="232567"/>
                  </a:lnTo>
                  <a:lnTo>
                    <a:pt x="2212316" y="236088"/>
                  </a:lnTo>
                  <a:lnTo>
                    <a:pt x="2197809" y="245740"/>
                  </a:lnTo>
                  <a:lnTo>
                    <a:pt x="2196857" y="247103"/>
                  </a:lnTo>
                  <a:lnTo>
                    <a:pt x="1558929" y="247103"/>
                  </a:lnTo>
                  <a:lnTo>
                    <a:pt x="1547204" y="249374"/>
                  </a:lnTo>
                  <a:lnTo>
                    <a:pt x="1537353" y="255733"/>
                  </a:lnTo>
                  <a:lnTo>
                    <a:pt x="1530568" y="265499"/>
                  </a:lnTo>
                  <a:lnTo>
                    <a:pt x="1528042" y="277991"/>
                  </a:lnTo>
                  <a:lnTo>
                    <a:pt x="1530568" y="290482"/>
                  </a:lnTo>
                  <a:lnTo>
                    <a:pt x="1537353" y="300248"/>
                  </a:lnTo>
                  <a:lnTo>
                    <a:pt x="1547204" y="306607"/>
                  </a:lnTo>
                  <a:lnTo>
                    <a:pt x="1558929" y="308878"/>
                  </a:lnTo>
                  <a:lnTo>
                    <a:pt x="2196215" y="308878"/>
                  </a:lnTo>
                  <a:lnTo>
                    <a:pt x="2197127" y="310241"/>
                  </a:lnTo>
                  <a:lnTo>
                    <a:pt x="2211550" y="319894"/>
                  </a:lnTo>
                  <a:lnTo>
                    <a:pt x="2229379" y="323414"/>
                  </a:lnTo>
                  <a:lnTo>
                    <a:pt x="2709695" y="323414"/>
                  </a:lnTo>
                  <a:lnTo>
                    <a:pt x="2696734" y="353898"/>
                  </a:lnTo>
                  <a:lnTo>
                    <a:pt x="2670212" y="388142"/>
                  </a:lnTo>
                  <a:lnTo>
                    <a:pt x="2635967" y="414664"/>
                  </a:lnTo>
                  <a:lnTo>
                    <a:pt x="2595667" y="431799"/>
                  </a:lnTo>
                  <a:lnTo>
                    <a:pt x="2550975" y="437881"/>
                  </a:lnTo>
                  <a:close/>
                </a:path>
                <a:path w="3596005" h="7342505">
                  <a:moveTo>
                    <a:pt x="3473835" y="7164171"/>
                  </a:moveTo>
                  <a:lnTo>
                    <a:pt x="3110592" y="7164171"/>
                  </a:lnTo>
                  <a:lnTo>
                    <a:pt x="3159163" y="7160241"/>
                  </a:lnTo>
                  <a:lnTo>
                    <a:pt x="3205261" y="7148865"/>
                  </a:lnTo>
                  <a:lnTo>
                    <a:pt x="3248262" y="7130665"/>
                  </a:lnTo>
                  <a:lnTo>
                    <a:pt x="3287546" y="7106262"/>
                  </a:lnTo>
                  <a:lnTo>
                    <a:pt x="3322491" y="7076277"/>
                  </a:lnTo>
                  <a:lnTo>
                    <a:pt x="3352476" y="7041332"/>
                  </a:lnTo>
                  <a:lnTo>
                    <a:pt x="3376879" y="7002048"/>
                  </a:lnTo>
                  <a:lnTo>
                    <a:pt x="3395079" y="6959047"/>
                  </a:lnTo>
                  <a:lnTo>
                    <a:pt x="3406455" y="6912949"/>
                  </a:lnTo>
                  <a:lnTo>
                    <a:pt x="3410385" y="6864377"/>
                  </a:lnTo>
                  <a:lnTo>
                    <a:pt x="3408568" y="6864377"/>
                  </a:lnTo>
                  <a:lnTo>
                    <a:pt x="3408568" y="486938"/>
                  </a:lnTo>
                  <a:lnTo>
                    <a:pt x="3404638" y="438366"/>
                  </a:lnTo>
                  <a:lnTo>
                    <a:pt x="3393262" y="392268"/>
                  </a:lnTo>
                  <a:lnTo>
                    <a:pt x="3375062" y="349267"/>
                  </a:lnTo>
                  <a:lnTo>
                    <a:pt x="3350658" y="309983"/>
                  </a:lnTo>
                  <a:lnTo>
                    <a:pt x="3320674" y="275038"/>
                  </a:lnTo>
                  <a:lnTo>
                    <a:pt x="3285729" y="245053"/>
                  </a:lnTo>
                  <a:lnTo>
                    <a:pt x="3246445" y="220650"/>
                  </a:lnTo>
                  <a:lnTo>
                    <a:pt x="3203444" y="202450"/>
                  </a:lnTo>
                  <a:lnTo>
                    <a:pt x="3157346" y="191074"/>
                  </a:lnTo>
                  <a:lnTo>
                    <a:pt x="3108774" y="187144"/>
                  </a:lnTo>
                  <a:lnTo>
                    <a:pt x="3481419" y="187144"/>
                  </a:lnTo>
                  <a:lnTo>
                    <a:pt x="3518507" y="238017"/>
                  </a:lnTo>
                  <a:lnTo>
                    <a:pt x="3541122" y="277991"/>
                  </a:lnTo>
                  <a:lnTo>
                    <a:pt x="3560263" y="320436"/>
                  </a:lnTo>
                  <a:lnTo>
                    <a:pt x="3575453" y="364672"/>
                  </a:lnTo>
                  <a:lnTo>
                    <a:pt x="3586567" y="410640"/>
                  </a:lnTo>
                  <a:lnTo>
                    <a:pt x="3593391" y="458129"/>
                  </a:lnTo>
                  <a:lnTo>
                    <a:pt x="3595713" y="506924"/>
                  </a:lnTo>
                  <a:lnTo>
                    <a:pt x="3595713" y="6835307"/>
                  </a:lnTo>
                  <a:lnTo>
                    <a:pt x="3593391" y="6884102"/>
                  </a:lnTo>
                  <a:lnTo>
                    <a:pt x="3586567" y="6931591"/>
                  </a:lnTo>
                  <a:lnTo>
                    <a:pt x="3575453" y="6977559"/>
                  </a:lnTo>
                  <a:lnTo>
                    <a:pt x="3560263" y="7021794"/>
                  </a:lnTo>
                  <a:lnTo>
                    <a:pt x="3541210" y="7064084"/>
                  </a:lnTo>
                  <a:lnTo>
                    <a:pt x="3518507" y="7104214"/>
                  </a:lnTo>
                  <a:lnTo>
                    <a:pt x="3492367" y="7141973"/>
                  </a:lnTo>
                  <a:lnTo>
                    <a:pt x="3473835" y="7164171"/>
                  </a:lnTo>
                  <a:close/>
                </a:path>
                <a:path w="3596005" h="7342505">
                  <a:moveTo>
                    <a:pt x="2709695" y="323414"/>
                  </a:moveTo>
                  <a:lnTo>
                    <a:pt x="2229379" y="323414"/>
                  </a:lnTo>
                  <a:lnTo>
                    <a:pt x="2247207" y="319894"/>
                  </a:lnTo>
                  <a:lnTo>
                    <a:pt x="2261628" y="310241"/>
                  </a:lnTo>
                  <a:lnTo>
                    <a:pt x="2271281" y="295819"/>
                  </a:lnTo>
                  <a:lnTo>
                    <a:pt x="2274770" y="278147"/>
                  </a:lnTo>
                  <a:lnTo>
                    <a:pt x="2274801" y="277991"/>
                  </a:lnTo>
                  <a:lnTo>
                    <a:pt x="2271281" y="260162"/>
                  </a:lnTo>
                  <a:lnTo>
                    <a:pt x="2261628" y="245740"/>
                  </a:lnTo>
                  <a:lnTo>
                    <a:pt x="2247207" y="236088"/>
                  </a:lnTo>
                  <a:lnTo>
                    <a:pt x="2229379" y="232567"/>
                  </a:lnTo>
                  <a:lnTo>
                    <a:pt x="2719950" y="232567"/>
                  </a:lnTo>
                  <a:lnTo>
                    <a:pt x="2719950" y="268906"/>
                  </a:lnTo>
                  <a:lnTo>
                    <a:pt x="2713869" y="313597"/>
                  </a:lnTo>
                  <a:lnTo>
                    <a:pt x="2709695" y="323414"/>
                  </a:lnTo>
                  <a:close/>
                </a:path>
                <a:path w="3596005" h="7342505">
                  <a:moveTo>
                    <a:pt x="2196215" y="308878"/>
                  </a:moveTo>
                  <a:lnTo>
                    <a:pt x="1994994" y="308878"/>
                  </a:lnTo>
                  <a:lnTo>
                    <a:pt x="2006718" y="306607"/>
                  </a:lnTo>
                  <a:lnTo>
                    <a:pt x="2016569" y="300248"/>
                  </a:lnTo>
                  <a:lnTo>
                    <a:pt x="2023355" y="290482"/>
                  </a:lnTo>
                  <a:lnTo>
                    <a:pt x="2025850" y="278147"/>
                  </a:lnTo>
                  <a:lnTo>
                    <a:pt x="2025881" y="277991"/>
                  </a:lnTo>
                  <a:lnTo>
                    <a:pt x="2023355" y="265499"/>
                  </a:lnTo>
                  <a:lnTo>
                    <a:pt x="2016569" y="255733"/>
                  </a:lnTo>
                  <a:lnTo>
                    <a:pt x="2006718" y="249374"/>
                  </a:lnTo>
                  <a:lnTo>
                    <a:pt x="1994994" y="247103"/>
                  </a:lnTo>
                  <a:lnTo>
                    <a:pt x="2196857" y="247103"/>
                  </a:lnTo>
                  <a:lnTo>
                    <a:pt x="2187731" y="260162"/>
                  </a:lnTo>
                  <a:lnTo>
                    <a:pt x="2183955" y="277991"/>
                  </a:lnTo>
                  <a:lnTo>
                    <a:pt x="2187475" y="295819"/>
                  </a:lnTo>
                  <a:lnTo>
                    <a:pt x="2196215" y="308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42824" y="2310406"/>
              <a:ext cx="3219606" cy="697702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281905" y="2370364"/>
              <a:ext cx="497840" cy="62230"/>
            </a:xfrm>
            <a:custGeom>
              <a:avLst/>
              <a:gdLst/>
              <a:ahLst/>
              <a:cxnLst/>
              <a:rect l="l" t="t" r="r" b="b"/>
              <a:pathLst>
                <a:path w="497840" h="62230">
                  <a:moveTo>
                    <a:pt x="466952" y="61775"/>
                  </a:moveTo>
                  <a:lnTo>
                    <a:pt x="30887" y="61775"/>
                  </a:lnTo>
                  <a:lnTo>
                    <a:pt x="19162" y="59504"/>
                  </a:lnTo>
                  <a:lnTo>
                    <a:pt x="9311" y="53145"/>
                  </a:lnTo>
                  <a:lnTo>
                    <a:pt x="2526" y="43379"/>
                  </a:lnTo>
                  <a:lnTo>
                    <a:pt x="0" y="30887"/>
                  </a:lnTo>
                  <a:lnTo>
                    <a:pt x="2526" y="18396"/>
                  </a:lnTo>
                  <a:lnTo>
                    <a:pt x="9311" y="8630"/>
                  </a:lnTo>
                  <a:lnTo>
                    <a:pt x="19162" y="2271"/>
                  </a:lnTo>
                  <a:lnTo>
                    <a:pt x="30887" y="0"/>
                  </a:lnTo>
                  <a:lnTo>
                    <a:pt x="466952" y="0"/>
                  </a:lnTo>
                  <a:lnTo>
                    <a:pt x="478676" y="2271"/>
                  </a:lnTo>
                  <a:lnTo>
                    <a:pt x="488527" y="8630"/>
                  </a:lnTo>
                  <a:lnTo>
                    <a:pt x="495313" y="18396"/>
                  </a:lnTo>
                  <a:lnTo>
                    <a:pt x="497839" y="30887"/>
                  </a:lnTo>
                  <a:lnTo>
                    <a:pt x="495313" y="43379"/>
                  </a:lnTo>
                  <a:lnTo>
                    <a:pt x="488527" y="53145"/>
                  </a:lnTo>
                  <a:lnTo>
                    <a:pt x="478676" y="59504"/>
                  </a:lnTo>
                  <a:lnTo>
                    <a:pt x="466952" y="61775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37818" y="2355829"/>
              <a:ext cx="90846" cy="9084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677550" y="3068078"/>
              <a:ext cx="3748404" cy="1755775"/>
            </a:xfrm>
            <a:custGeom>
              <a:avLst/>
              <a:gdLst/>
              <a:ahLst/>
              <a:cxnLst/>
              <a:rect l="l" t="t" r="r" b="b"/>
              <a:pathLst>
                <a:path w="3748405" h="1755775">
                  <a:moveTo>
                    <a:pt x="39966" y="1202804"/>
                  </a:moveTo>
                  <a:lnTo>
                    <a:pt x="24523" y="1205992"/>
                  </a:lnTo>
                  <a:lnTo>
                    <a:pt x="11811" y="1214615"/>
                  </a:lnTo>
                  <a:lnTo>
                    <a:pt x="3175" y="1227340"/>
                  </a:lnTo>
                  <a:lnTo>
                    <a:pt x="0" y="1242783"/>
                  </a:lnTo>
                  <a:lnTo>
                    <a:pt x="0" y="1715185"/>
                  </a:lnTo>
                  <a:lnTo>
                    <a:pt x="3175" y="1730629"/>
                  </a:lnTo>
                  <a:lnTo>
                    <a:pt x="11811" y="1743341"/>
                  </a:lnTo>
                  <a:lnTo>
                    <a:pt x="24523" y="1751977"/>
                  </a:lnTo>
                  <a:lnTo>
                    <a:pt x="39966" y="1755152"/>
                  </a:lnTo>
                  <a:lnTo>
                    <a:pt x="39966" y="1202804"/>
                  </a:lnTo>
                  <a:close/>
                </a:path>
                <a:path w="3748405" h="1755775">
                  <a:moveTo>
                    <a:pt x="39966" y="532358"/>
                  </a:moveTo>
                  <a:lnTo>
                    <a:pt x="24523" y="535254"/>
                  </a:lnTo>
                  <a:lnTo>
                    <a:pt x="11811" y="543255"/>
                  </a:lnTo>
                  <a:lnTo>
                    <a:pt x="3175" y="555358"/>
                  </a:lnTo>
                  <a:lnTo>
                    <a:pt x="0" y="570509"/>
                  </a:lnTo>
                  <a:lnTo>
                    <a:pt x="0" y="1042911"/>
                  </a:lnTo>
                  <a:lnTo>
                    <a:pt x="3175" y="1058354"/>
                  </a:lnTo>
                  <a:lnTo>
                    <a:pt x="11811" y="1071079"/>
                  </a:lnTo>
                  <a:lnTo>
                    <a:pt x="24523" y="1079703"/>
                  </a:lnTo>
                  <a:lnTo>
                    <a:pt x="39966" y="1082890"/>
                  </a:lnTo>
                  <a:lnTo>
                    <a:pt x="39966" y="532358"/>
                  </a:lnTo>
                  <a:close/>
                </a:path>
                <a:path w="3748405" h="1755775">
                  <a:moveTo>
                    <a:pt x="39966" y="0"/>
                  </a:moveTo>
                  <a:lnTo>
                    <a:pt x="24523" y="2895"/>
                  </a:lnTo>
                  <a:lnTo>
                    <a:pt x="11811" y="10896"/>
                  </a:lnTo>
                  <a:lnTo>
                    <a:pt x="3175" y="22987"/>
                  </a:lnTo>
                  <a:lnTo>
                    <a:pt x="0" y="38150"/>
                  </a:lnTo>
                  <a:lnTo>
                    <a:pt x="0" y="265264"/>
                  </a:lnTo>
                  <a:lnTo>
                    <a:pt x="3175" y="280708"/>
                  </a:lnTo>
                  <a:lnTo>
                    <a:pt x="11811" y="293433"/>
                  </a:lnTo>
                  <a:lnTo>
                    <a:pt x="24523" y="302056"/>
                  </a:lnTo>
                  <a:lnTo>
                    <a:pt x="39966" y="305244"/>
                  </a:lnTo>
                  <a:lnTo>
                    <a:pt x="39966" y="0"/>
                  </a:lnTo>
                  <a:close/>
                </a:path>
                <a:path w="3748405" h="1755775">
                  <a:moveTo>
                    <a:pt x="3748328" y="754024"/>
                  </a:moveTo>
                  <a:lnTo>
                    <a:pt x="3745153" y="738581"/>
                  </a:lnTo>
                  <a:lnTo>
                    <a:pt x="3736517" y="725855"/>
                  </a:lnTo>
                  <a:lnTo>
                    <a:pt x="3723805" y="717232"/>
                  </a:lnTo>
                  <a:lnTo>
                    <a:pt x="3708362" y="714044"/>
                  </a:lnTo>
                  <a:lnTo>
                    <a:pt x="3708362" y="1598891"/>
                  </a:lnTo>
                  <a:lnTo>
                    <a:pt x="3723805" y="1595716"/>
                  </a:lnTo>
                  <a:lnTo>
                    <a:pt x="3736517" y="1587093"/>
                  </a:lnTo>
                  <a:lnTo>
                    <a:pt x="3745153" y="1574368"/>
                  </a:lnTo>
                  <a:lnTo>
                    <a:pt x="3748328" y="1558925"/>
                  </a:lnTo>
                  <a:lnTo>
                    <a:pt x="3748328" y="754024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717524" y="2086923"/>
              <a:ext cx="3668395" cy="7415530"/>
            </a:xfrm>
            <a:custGeom>
              <a:avLst/>
              <a:gdLst/>
              <a:ahLst/>
              <a:cxnLst/>
              <a:rect l="l" t="t" r="r" b="b"/>
              <a:pathLst>
                <a:path w="3668394" h="7415530">
                  <a:moveTo>
                    <a:pt x="3125127" y="7414908"/>
                  </a:moveTo>
                  <a:lnTo>
                    <a:pt x="543263" y="7414908"/>
                  </a:lnTo>
                  <a:lnTo>
                    <a:pt x="496423" y="7412912"/>
                  </a:lnTo>
                  <a:lnTo>
                    <a:pt x="450682" y="7407033"/>
                  </a:lnTo>
                  <a:lnTo>
                    <a:pt x="406205" y="7397435"/>
                  </a:lnTo>
                  <a:lnTo>
                    <a:pt x="363155" y="7384282"/>
                  </a:lnTo>
                  <a:lnTo>
                    <a:pt x="321696" y="7367737"/>
                  </a:lnTo>
                  <a:lnTo>
                    <a:pt x="281992" y="7347963"/>
                  </a:lnTo>
                  <a:lnTo>
                    <a:pt x="244206" y="7325126"/>
                  </a:lnTo>
                  <a:lnTo>
                    <a:pt x="208502" y="7299387"/>
                  </a:lnTo>
                  <a:lnTo>
                    <a:pt x="175044" y="7270912"/>
                  </a:lnTo>
                  <a:lnTo>
                    <a:pt x="143996" y="7239864"/>
                  </a:lnTo>
                  <a:lnTo>
                    <a:pt x="115521" y="7206406"/>
                  </a:lnTo>
                  <a:lnTo>
                    <a:pt x="89782" y="7170702"/>
                  </a:lnTo>
                  <a:lnTo>
                    <a:pt x="66945" y="7132916"/>
                  </a:lnTo>
                  <a:lnTo>
                    <a:pt x="47171" y="7093212"/>
                  </a:lnTo>
                  <a:lnTo>
                    <a:pt x="30626" y="7051753"/>
                  </a:lnTo>
                  <a:lnTo>
                    <a:pt x="17472" y="7008704"/>
                  </a:lnTo>
                  <a:lnTo>
                    <a:pt x="7874" y="6964227"/>
                  </a:lnTo>
                  <a:lnTo>
                    <a:pt x="1996" y="6918486"/>
                  </a:lnTo>
                  <a:lnTo>
                    <a:pt x="77" y="6873461"/>
                  </a:lnTo>
                  <a:lnTo>
                    <a:pt x="0" y="543263"/>
                  </a:lnTo>
                  <a:lnTo>
                    <a:pt x="681" y="515753"/>
                  </a:lnTo>
                  <a:lnTo>
                    <a:pt x="6132" y="460734"/>
                  </a:lnTo>
                  <a:lnTo>
                    <a:pt x="13655" y="420904"/>
                  </a:lnTo>
                  <a:lnTo>
                    <a:pt x="23620" y="381556"/>
                  </a:lnTo>
                  <a:lnTo>
                    <a:pt x="37701" y="344309"/>
                  </a:lnTo>
                  <a:lnTo>
                    <a:pt x="54508" y="307061"/>
                  </a:lnTo>
                  <a:lnTo>
                    <a:pt x="73160" y="272824"/>
                  </a:lnTo>
                  <a:lnTo>
                    <a:pt x="93799" y="239835"/>
                  </a:lnTo>
                  <a:lnTo>
                    <a:pt x="120542" y="202020"/>
                  </a:lnTo>
                  <a:lnTo>
                    <a:pt x="146320" y="172041"/>
                  </a:lnTo>
                  <a:lnTo>
                    <a:pt x="169429" y="149613"/>
                  </a:lnTo>
                  <a:lnTo>
                    <a:pt x="188507" y="132011"/>
                  </a:lnTo>
                  <a:lnTo>
                    <a:pt x="234118" y="96333"/>
                  </a:lnTo>
                  <a:lnTo>
                    <a:pt x="272682" y="72052"/>
                  </a:lnTo>
                  <a:lnTo>
                    <a:pt x="313503" y="50923"/>
                  </a:lnTo>
                  <a:lnTo>
                    <a:pt x="356346" y="33159"/>
                  </a:lnTo>
                  <a:lnTo>
                    <a:pt x="400978" y="18971"/>
                  </a:lnTo>
                  <a:lnTo>
                    <a:pt x="447164" y="8573"/>
                  </a:lnTo>
                  <a:lnTo>
                    <a:pt x="495225" y="2104"/>
                  </a:lnTo>
                  <a:lnTo>
                    <a:pt x="496333" y="2104"/>
                  </a:lnTo>
                  <a:lnTo>
                    <a:pt x="543263" y="0"/>
                  </a:lnTo>
                  <a:lnTo>
                    <a:pt x="3126944" y="0"/>
                  </a:lnTo>
                  <a:lnTo>
                    <a:pt x="3175462" y="2104"/>
                  </a:lnTo>
                  <a:lnTo>
                    <a:pt x="3222788" y="8318"/>
                  </a:lnTo>
                  <a:lnTo>
                    <a:pt x="3268750" y="18492"/>
                  </a:lnTo>
                  <a:lnTo>
                    <a:pt x="3313180" y="32477"/>
                  </a:lnTo>
                  <a:lnTo>
                    <a:pt x="3322528" y="36338"/>
                  </a:lnTo>
                  <a:lnTo>
                    <a:pt x="543263" y="36338"/>
                  </a:lnTo>
                  <a:lnTo>
                    <a:pt x="494468" y="38661"/>
                  </a:lnTo>
                  <a:lnTo>
                    <a:pt x="446979" y="45488"/>
                  </a:lnTo>
                  <a:lnTo>
                    <a:pt x="401011" y="56608"/>
                  </a:lnTo>
                  <a:lnTo>
                    <a:pt x="356775" y="71811"/>
                  </a:lnTo>
                  <a:lnTo>
                    <a:pt x="314486" y="90887"/>
                  </a:lnTo>
                  <a:lnTo>
                    <a:pt x="274355" y="113624"/>
                  </a:lnTo>
                  <a:lnTo>
                    <a:pt x="236597" y="139811"/>
                  </a:lnTo>
                  <a:lnTo>
                    <a:pt x="201424" y="169237"/>
                  </a:lnTo>
                  <a:lnTo>
                    <a:pt x="169048" y="201693"/>
                  </a:lnTo>
                  <a:lnTo>
                    <a:pt x="139684" y="236967"/>
                  </a:lnTo>
                  <a:lnTo>
                    <a:pt x="113544" y="274847"/>
                  </a:lnTo>
                  <a:lnTo>
                    <a:pt x="90841" y="315125"/>
                  </a:lnTo>
                  <a:lnTo>
                    <a:pt x="71788" y="357588"/>
                  </a:lnTo>
                  <a:lnTo>
                    <a:pt x="56598" y="402025"/>
                  </a:lnTo>
                  <a:lnTo>
                    <a:pt x="45485" y="448227"/>
                  </a:lnTo>
                  <a:lnTo>
                    <a:pt x="38660" y="495982"/>
                  </a:lnTo>
                  <a:lnTo>
                    <a:pt x="36424" y="543263"/>
                  </a:lnTo>
                  <a:lnTo>
                    <a:pt x="36338" y="6873461"/>
                  </a:lnTo>
                  <a:lnTo>
                    <a:pt x="38660" y="6922257"/>
                  </a:lnTo>
                  <a:lnTo>
                    <a:pt x="45485" y="6969745"/>
                  </a:lnTo>
                  <a:lnTo>
                    <a:pt x="56598" y="7015714"/>
                  </a:lnTo>
                  <a:lnTo>
                    <a:pt x="71788" y="7059949"/>
                  </a:lnTo>
                  <a:lnTo>
                    <a:pt x="90841" y="7102239"/>
                  </a:lnTo>
                  <a:lnTo>
                    <a:pt x="113544" y="7142370"/>
                  </a:lnTo>
                  <a:lnTo>
                    <a:pt x="139684" y="7180128"/>
                  </a:lnTo>
                  <a:lnTo>
                    <a:pt x="169048" y="7215301"/>
                  </a:lnTo>
                  <a:lnTo>
                    <a:pt x="201424" y="7247677"/>
                  </a:lnTo>
                  <a:lnTo>
                    <a:pt x="236597" y="7277041"/>
                  </a:lnTo>
                  <a:lnTo>
                    <a:pt x="274355" y="7303181"/>
                  </a:lnTo>
                  <a:lnTo>
                    <a:pt x="314486" y="7325884"/>
                  </a:lnTo>
                  <a:lnTo>
                    <a:pt x="356775" y="7344937"/>
                  </a:lnTo>
                  <a:lnTo>
                    <a:pt x="401011" y="7360126"/>
                  </a:lnTo>
                  <a:lnTo>
                    <a:pt x="446979" y="7371240"/>
                  </a:lnTo>
                  <a:lnTo>
                    <a:pt x="494468" y="7378064"/>
                  </a:lnTo>
                  <a:lnTo>
                    <a:pt x="543263" y="7380386"/>
                  </a:lnTo>
                  <a:lnTo>
                    <a:pt x="3314997" y="7380386"/>
                  </a:lnTo>
                  <a:lnTo>
                    <a:pt x="3305235" y="7384282"/>
                  </a:lnTo>
                  <a:lnTo>
                    <a:pt x="3262186" y="7397435"/>
                  </a:lnTo>
                  <a:lnTo>
                    <a:pt x="3217708" y="7407033"/>
                  </a:lnTo>
                  <a:lnTo>
                    <a:pt x="3171968" y="7412912"/>
                  </a:lnTo>
                  <a:lnTo>
                    <a:pt x="3125127" y="7414908"/>
                  </a:lnTo>
                  <a:close/>
                </a:path>
                <a:path w="3668394" h="7415530">
                  <a:moveTo>
                    <a:pt x="3314997" y="7380386"/>
                  </a:moveTo>
                  <a:lnTo>
                    <a:pt x="3125127" y="7380386"/>
                  </a:lnTo>
                  <a:lnTo>
                    <a:pt x="3173922" y="7378064"/>
                  </a:lnTo>
                  <a:lnTo>
                    <a:pt x="3221411" y="7371240"/>
                  </a:lnTo>
                  <a:lnTo>
                    <a:pt x="3267379" y="7360126"/>
                  </a:lnTo>
                  <a:lnTo>
                    <a:pt x="3311614" y="7344937"/>
                  </a:lnTo>
                  <a:lnTo>
                    <a:pt x="3353904" y="7325884"/>
                  </a:lnTo>
                  <a:lnTo>
                    <a:pt x="3394034" y="7303181"/>
                  </a:lnTo>
                  <a:lnTo>
                    <a:pt x="3431793" y="7277041"/>
                  </a:lnTo>
                  <a:lnTo>
                    <a:pt x="3466966" y="7247677"/>
                  </a:lnTo>
                  <a:lnTo>
                    <a:pt x="3499342" y="7215301"/>
                  </a:lnTo>
                  <a:lnTo>
                    <a:pt x="3528706" y="7180128"/>
                  </a:lnTo>
                  <a:lnTo>
                    <a:pt x="3554846" y="7142370"/>
                  </a:lnTo>
                  <a:lnTo>
                    <a:pt x="3577549" y="7102239"/>
                  </a:lnTo>
                  <a:lnTo>
                    <a:pt x="3596602" y="7059949"/>
                  </a:lnTo>
                  <a:lnTo>
                    <a:pt x="3611792" y="7015714"/>
                  </a:lnTo>
                  <a:lnTo>
                    <a:pt x="3622905" y="6969745"/>
                  </a:lnTo>
                  <a:lnTo>
                    <a:pt x="3629730" y="6922257"/>
                  </a:lnTo>
                  <a:lnTo>
                    <a:pt x="3632052" y="6873461"/>
                  </a:lnTo>
                  <a:lnTo>
                    <a:pt x="3632052" y="543263"/>
                  </a:lnTo>
                  <a:lnTo>
                    <a:pt x="3629802" y="495982"/>
                  </a:lnTo>
                  <a:lnTo>
                    <a:pt x="3629730" y="494468"/>
                  </a:lnTo>
                  <a:lnTo>
                    <a:pt x="3622905" y="446979"/>
                  </a:lnTo>
                  <a:lnTo>
                    <a:pt x="3611792" y="401011"/>
                  </a:lnTo>
                  <a:lnTo>
                    <a:pt x="3596602" y="356775"/>
                  </a:lnTo>
                  <a:lnTo>
                    <a:pt x="3577549" y="314486"/>
                  </a:lnTo>
                  <a:lnTo>
                    <a:pt x="3554846" y="274355"/>
                  </a:lnTo>
                  <a:lnTo>
                    <a:pt x="3528706" y="236597"/>
                  </a:lnTo>
                  <a:lnTo>
                    <a:pt x="3499342" y="201423"/>
                  </a:lnTo>
                  <a:lnTo>
                    <a:pt x="3466966" y="169048"/>
                  </a:lnTo>
                  <a:lnTo>
                    <a:pt x="3431945" y="139811"/>
                  </a:lnTo>
                  <a:lnTo>
                    <a:pt x="3394150" y="113624"/>
                  </a:lnTo>
                  <a:lnTo>
                    <a:pt x="3353986" y="90887"/>
                  </a:lnTo>
                  <a:lnTo>
                    <a:pt x="3311667" y="71811"/>
                  </a:lnTo>
                  <a:lnTo>
                    <a:pt x="3267408" y="56608"/>
                  </a:lnTo>
                  <a:lnTo>
                    <a:pt x="3221423" y="45488"/>
                  </a:lnTo>
                  <a:lnTo>
                    <a:pt x="3173925" y="38661"/>
                  </a:lnTo>
                  <a:lnTo>
                    <a:pt x="3125127" y="36338"/>
                  </a:lnTo>
                  <a:lnTo>
                    <a:pt x="3322528" y="36338"/>
                  </a:lnTo>
                  <a:lnTo>
                    <a:pt x="3396759" y="71286"/>
                  </a:lnTo>
                  <a:lnTo>
                    <a:pt x="3435567" y="95811"/>
                  </a:lnTo>
                  <a:lnTo>
                    <a:pt x="3472161" y="123551"/>
                  </a:lnTo>
                  <a:lnTo>
                    <a:pt x="3500778" y="148846"/>
                  </a:lnTo>
                  <a:lnTo>
                    <a:pt x="3536436" y="187371"/>
                  </a:lnTo>
                  <a:lnTo>
                    <a:pt x="3561192" y="218032"/>
                  </a:lnTo>
                  <a:lnTo>
                    <a:pt x="3583420" y="250736"/>
                  </a:lnTo>
                  <a:lnTo>
                    <a:pt x="3603662" y="283668"/>
                  </a:lnTo>
                  <a:lnTo>
                    <a:pt x="3623818" y="325089"/>
                  </a:lnTo>
                  <a:lnTo>
                    <a:pt x="3638695" y="362506"/>
                  </a:lnTo>
                  <a:lnTo>
                    <a:pt x="3651811" y="407901"/>
                  </a:lnTo>
                  <a:lnTo>
                    <a:pt x="3662258" y="460479"/>
                  </a:lnTo>
                  <a:lnTo>
                    <a:pt x="3667709" y="514987"/>
                  </a:lnTo>
                  <a:lnTo>
                    <a:pt x="3668390" y="543263"/>
                  </a:lnTo>
                  <a:lnTo>
                    <a:pt x="3668312" y="6873461"/>
                  </a:lnTo>
                  <a:lnTo>
                    <a:pt x="3666394" y="6918486"/>
                  </a:lnTo>
                  <a:lnTo>
                    <a:pt x="3660515" y="6964227"/>
                  </a:lnTo>
                  <a:lnTo>
                    <a:pt x="3650917" y="7008704"/>
                  </a:lnTo>
                  <a:lnTo>
                    <a:pt x="3637764" y="7051753"/>
                  </a:lnTo>
                  <a:lnTo>
                    <a:pt x="3621218" y="7093212"/>
                  </a:lnTo>
                  <a:lnTo>
                    <a:pt x="3601445" y="7132916"/>
                  </a:lnTo>
                  <a:lnTo>
                    <a:pt x="3578608" y="7170702"/>
                  </a:lnTo>
                  <a:lnTo>
                    <a:pt x="3552869" y="7206406"/>
                  </a:lnTo>
                  <a:lnTo>
                    <a:pt x="3524394" y="7239864"/>
                  </a:lnTo>
                  <a:lnTo>
                    <a:pt x="3493346" y="7270912"/>
                  </a:lnTo>
                  <a:lnTo>
                    <a:pt x="3459888" y="7299387"/>
                  </a:lnTo>
                  <a:lnTo>
                    <a:pt x="3424184" y="7325126"/>
                  </a:lnTo>
                  <a:lnTo>
                    <a:pt x="3386399" y="7347963"/>
                  </a:lnTo>
                  <a:lnTo>
                    <a:pt x="3346694" y="7367737"/>
                  </a:lnTo>
                  <a:lnTo>
                    <a:pt x="3314997" y="7380386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138578" y="2391638"/>
            <a:ext cx="8749030" cy="585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6200"/>
              </a:lnSpc>
              <a:spcBef>
                <a:spcPts val="100"/>
              </a:spcBef>
            </a:pPr>
            <a:r>
              <a:rPr dirty="0" sz="2000" spc="145" b="1">
                <a:latin typeface="Times New Roman"/>
                <a:cs typeface="Times New Roman"/>
              </a:rPr>
              <a:t>Objetivo</a:t>
            </a:r>
            <a:r>
              <a:rPr dirty="0" sz="2000" spc="19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</a:t>
            </a:r>
            <a:r>
              <a:rPr dirty="0" sz="2000" spc="195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Funcionalidad</a:t>
            </a:r>
            <a:r>
              <a:rPr dirty="0" sz="2000" spc="19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1955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Estética</a:t>
            </a:r>
            <a:r>
              <a:rPr dirty="0" sz="2000" spc="1955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Front-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35">
                <a:latin typeface="Times New Roman"/>
                <a:cs typeface="Times New Roman"/>
              </a:rPr>
              <a:t>end):</a:t>
            </a:r>
            <a:r>
              <a:rPr dirty="0" sz="2000" spc="1955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Diseñar</a:t>
            </a:r>
            <a:r>
              <a:rPr dirty="0" sz="2000" spc="19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 </a:t>
            </a:r>
            <a:r>
              <a:rPr dirty="0" sz="2000" spc="155">
                <a:latin typeface="Times New Roman"/>
                <a:cs typeface="Times New Roman"/>
              </a:rPr>
              <a:t>implementar</a:t>
            </a:r>
            <a:r>
              <a:rPr dirty="0" sz="2000" spc="69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un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695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interfaz</a:t>
            </a:r>
            <a:r>
              <a:rPr dirty="0" sz="2000" spc="695">
                <a:latin typeface="Times New Roman"/>
                <a:cs typeface="Times New Roman"/>
              </a:rPr>
              <a:t> </a:t>
            </a:r>
            <a:r>
              <a:rPr dirty="0" sz="2000" spc="105">
                <a:latin typeface="Times New Roman"/>
                <a:cs typeface="Times New Roman"/>
              </a:rPr>
              <a:t>web</a:t>
            </a:r>
            <a:r>
              <a:rPr dirty="0" sz="2000" spc="695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interactiva</a:t>
            </a:r>
            <a:r>
              <a:rPr dirty="0" sz="2000" spc="6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695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responsiva</a:t>
            </a:r>
            <a:r>
              <a:rPr dirty="0" sz="2000" spc="6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mobile-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first)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co</a:t>
            </a:r>
            <a:r>
              <a:rPr dirty="0" sz="2000">
                <a:latin typeface="Times New Roman"/>
                <a:cs typeface="Times New Roman"/>
              </a:rPr>
              <a:t>n</a:t>
            </a:r>
            <a:r>
              <a:rPr dirty="0" sz="2000" spc="62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un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62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estética</a:t>
            </a:r>
            <a:r>
              <a:rPr dirty="0" sz="2000" spc="62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modern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62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e</a:t>
            </a:r>
            <a:r>
              <a:rPr dirty="0" sz="2000">
                <a:latin typeface="Times New Roman"/>
                <a:cs typeface="Times New Roman"/>
              </a:rPr>
              <a:t>n</a:t>
            </a:r>
            <a:r>
              <a:rPr dirty="0" sz="2000" spc="62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Mod</a:t>
            </a:r>
            <a:r>
              <a:rPr dirty="0" sz="2000">
                <a:latin typeface="Times New Roman"/>
                <a:cs typeface="Times New Roman"/>
              </a:rPr>
              <a:t>o</a:t>
            </a:r>
            <a:r>
              <a:rPr dirty="0" sz="2000" spc="620">
                <a:latin typeface="Times New Roman"/>
                <a:cs typeface="Times New Roman"/>
              </a:rPr>
              <a:t> </a:t>
            </a:r>
            <a:r>
              <a:rPr dirty="0" sz="2000" spc="135">
                <a:latin typeface="Times New Roman"/>
                <a:cs typeface="Times New Roman"/>
              </a:rPr>
              <a:t>Oscuro</a:t>
            </a:r>
            <a:r>
              <a:rPr dirty="0" sz="2000" spc="6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20">
                <a:latin typeface="Times New Roman"/>
                <a:cs typeface="Times New Roman"/>
              </a:rPr>
              <a:t>Dark</a:t>
            </a:r>
            <a:r>
              <a:rPr dirty="0" sz="2000" spc="62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Mode</a:t>
            </a:r>
            <a:r>
              <a:rPr dirty="0" sz="2000">
                <a:latin typeface="Times New Roman"/>
                <a:cs typeface="Times New Roman"/>
              </a:rPr>
              <a:t>)</a:t>
            </a:r>
            <a:r>
              <a:rPr dirty="0" sz="2000" spc="62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orientada</a:t>
            </a:r>
            <a:r>
              <a:rPr dirty="0" sz="2000" spc="620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al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público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juvenil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urbano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utilizando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 spc="135">
                <a:latin typeface="Times New Roman"/>
                <a:cs typeface="Times New Roman"/>
              </a:rPr>
              <a:t>HTML5,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CSS3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Bootstrap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5</a:t>
            </a:r>
            <a:r>
              <a:rPr dirty="0" sz="2000" spc="42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par</a:t>
            </a:r>
            <a:r>
              <a:rPr dirty="0" sz="2000">
                <a:latin typeface="Times New Roman"/>
                <a:cs typeface="Times New Roman"/>
              </a:rPr>
              <a:t>a </a:t>
            </a:r>
            <a:r>
              <a:rPr dirty="0" sz="2000" spc="150">
                <a:latin typeface="Times New Roman"/>
                <a:cs typeface="Times New Roman"/>
              </a:rPr>
              <a:t>garantizar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un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carg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eficiente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e</a:t>
            </a:r>
            <a:r>
              <a:rPr dirty="0" sz="2000">
                <a:latin typeface="Times New Roman"/>
                <a:cs typeface="Times New Roman"/>
              </a:rPr>
              <a:t>n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dispositivos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móviles.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6300"/>
              </a:lnSpc>
            </a:pPr>
            <a:r>
              <a:rPr dirty="0" sz="2000" spc="145" b="1">
                <a:latin typeface="Times New Roman"/>
                <a:cs typeface="Times New Roman"/>
              </a:rPr>
              <a:t>Objetivo</a:t>
            </a:r>
            <a:r>
              <a:rPr dirty="0" sz="2000" spc="7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</a:t>
            </a:r>
            <a:r>
              <a:rPr dirty="0" sz="2000" spc="7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Módulo</a:t>
            </a:r>
            <a:r>
              <a:rPr dirty="0" sz="2000" spc="7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740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Comercio</a:t>
            </a:r>
            <a:r>
              <a:rPr dirty="0" sz="2000" spc="74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Electrónico</a:t>
            </a:r>
            <a:r>
              <a:rPr dirty="0" sz="2000" spc="7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740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Pagos):</a:t>
            </a:r>
            <a:r>
              <a:rPr dirty="0" sz="2000" spc="740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Integrar</a:t>
            </a:r>
            <a:r>
              <a:rPr dirty="0" sz="2000" spc="7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u</a:t>
            </a:r>
            <a:r>
              <a:rPr dirty="0" sz="2000">
                <a:latin typeface="Times New Roman"/>
                <a:cs typeface="Times New Roman"/>
              </a:rPr>
              <a:t>n </a:t>
            </a:r>
            <a:r>
              <a:rPr dirty="0" sz="2000" spc="140">
                <a:latin typeface="Times New Roman"/>
                <a:cs typeface="Times New Roman"/>
              </a:rPr>
              <a:t>módulo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completo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carrito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compra</a:t>
            </a:r>
            <a:r>
              <a:rPr dirty="0" sz="2000">
                <a:latin typeface="Times New Roman"/>
                <a:cs typeface="Times New Roman"/>
              </a:rPr>
              <a:t>s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un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pasarela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pago</a:t>
            </a:r>
            <a:r>
              <a:rPr dirty="0" sz="2000">
                <a:latin typeface="Times New Roman"/>
                <a:cs typeface="Times New Roman"/>
              </a:rPr>
              <a:t>s</a:t>
            </a:r>
            <a:r>
              <a:rPr dirty="0" sz="2000" spc="375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online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estructurada</a:t>
            </a:r>
            <a:r>
              <a:rPr dirty="0" sz="2000" spc="11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qu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114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contemple</a:t>
            </a:r>
            <a:r>
              <a:rPr dirty="0" sz="2000" spc="1140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opciones</a:t>
            </a:r>
            <a:r>
              <a:rPr dirty="0" sz="2000" spc="11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114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facturación</a:t>
            </a:r>
            <a:r>
              <a:rPr dirty="0" sz="2000" spc="1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1140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cálculo</a:t>
            </a:r>
            <a:r>
              <a:rPr dirty="0" sz="2000" spc="11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 </a:t>
            </a:r>
            <a:r>
              <a:rPr dirty="0" sz="2000" spc="145">
                <a:latin typeface="Times New Roman"/>
                <a:cs typeface="Times New Roman"/>
              </a:rPr>
              <a:t>envíos,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automatizando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el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proces</a:t>
            </a:r>
            <a:r>
              <a:rPr dirty="0" sz="2000">
                <a:latin typeface="Times New Roman"/>
                <a:cs typeface="Times New Roman"/>
              </a:rPr>
              <a:t>o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transaccional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del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negocio.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0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6300"/>
              </a:lnSpc>
              <a:spcBef>
                <a:spcPts val="5"/>
              </a:spcBef>
            </a:pPr>
            <a:r>
              <a:rPr dirty="0" sz="2000" spc="145" b="1">
                <a:latin typeface="Times New Roman"/>
                <a:cs typeface="Times New Roman"/>
              </a:rPr>
              <a:t>Objetivo</a:t>
            </a:r>
            <a:r>
              <a:rPr dirty="0" sz="2000" spc="3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3</a:t>
            </a:r>
            <a:r>
              <a:rPr dirty="0" sz="2000" spc="35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Autenticación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Lógica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 spc="130">
                <a:latin typeface="Times New Roman"/>
                <a:cs typeface="Times New Roman"/>
              </a:rPr>
              <a:t>Back-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35">
                <a:latin typeface="Times New Roman"/>
                <a:cs typeface="Times New Roman"/>
              </a:rPr>
              <a:t>end):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Configurar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u</a:t>
            </a:r>
            <a:r>
              <a:rPr dirty="0" sz="2000">
                <a:latin typeface="Times New Roman"/>
                <a:cs typeface="Times New Roman"/>
              </a:rPr>
              <a:t>n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servidor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105">
                <a:latin typeface="Times New Roman"/>
                <a:cs typeface="Times New Roman"/>
              </a:rPr>
              <a:t>web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funcional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empleando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 spc="130">
                <a:latin typeface="Times New Roman"/>
                <a:cs typeface="Times New Roman"/>
              </a:rPr>
              <a:t>Node.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js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Express.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js,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capa</a:t>
            </a:r>
            <a:r>
              <a:rPr dirty="0" sz="2000">
                <a:latin typeface="Times New Roman"/>
                <a:cs typeface="Times New Roman"/>
              </a:rPr>
              <a:t>z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gestionar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las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transacciones</a:t>
            </a:r>
            <a:r>
              <a:rPr dirty="0" sz="2000" spc="1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1225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implementar</a:t>
            </a:r>
            <a:r>
              <a:rPr dirty="0" sz="2000" spc="122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u</a:t>
            </a:r>
            <a:r>
              <a:rPr dirty="0" sz="2000">
                <a:latin typeface="Times New Roman"/>
                <a:cs typeface="Times New Roman"/>
              </a:rPr>
              <a:t>n</a:t>
            </a:r>
            <a:r>
              <a:rPr dirty="0" sz="2000" spc="1225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sistema</a:t>
            </a:r>
            <a:r>
              <a:rPr dirty="0" sz="2000" spc="1225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1225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autenticación</a:t>
            </a:r>
            <a:r>
              <a:rPr dirty="0" sz="2000" spc="1225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estricto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mediante</a:t>
            </a:r>
            <a:r>
              <a:rPr dirty="0" sz="2000" spc="1050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código</a:t>
            </a:r>
            <a:r>
              <a:rPr dirty="0" sz="2000" spc="105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105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verificación</a:t>
            </a:r>
            <a:r>
              <a:rPr dirty="0" sz="2000" spc="1050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al</a:t>
            </a:r>
            <a:r>
              <a:rPr dirty="0" sz="2000" spc="105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corre</a:t>
            </a:r>
            <a:r>
              <a:rPr dirty="0" sz="2000">
                <a:latin typeface="Times New Roman"/>
                <a:cs typeface="Times New Roman"/>
              </a:rPr>
              <a:t>o</a:t>
            </a:r>
            <a:r>
              <a:rPr dirty="0" sz="2000" spc="105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electrónico</a:t>
            </a:r>
            <a:r>
              <a:rPr dirty="0" sz="2000" spc="10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spc="-330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OTP)</a:t>
            </a:r>
            <a:r>
              <a:rPr dirty="0" sz="2000" spc="105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par</a:t>
            </a:r>
            <a:r>
              <a:rPr dirty="0" sz="2000">
                <a:latin typeface="Times New Roman"/>
                <a:cs typeface="Times New Roman"/>
              </a:rPr>
              <a:t>a </a:t>
            </a:r>
            <a:r>
              <a:rPr dirty="0" sz="2000" spc="140">
                <a:latin typeface="Times New Roman"/>
                <a:cs typeface="Times New Roman"/>
              </a:rPr>
              <a:t>evitar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fraude</a:t>
            </a:r>
            <a:r>
              <a:rPr dirty="0" sz="2000">
                <a:latin typeface="Times New Roman"/>
                <a:cs typeface="Times New Roman"/>
              </a:rPr>
              <a:t>s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gestionar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los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perfiles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70">
                <a:latin typeface="Times New Roman"/>
                <a:cs typeface="Times New Roman"/>
              </a:rPr>
              <a:t>d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clientes.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0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2000" spc="145" b="1">
                <a:latin typeface="Times New Roman"/>
                <a:cs typeface="Times New Roman"/>
              </a:rPr>
              <a:t>Objetivo</a:t>
            </a:r>
            <a:r>
              <a:rPr dirty="0" sz="2000" spc="65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4</a:t>
            </a:r>
            <a:r>
              <a:rPr dirty="0" sz="2000" spc="65" b="1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2000" spc="-320">
                <a:latin typeface="Times New Roman"/>
                <a:cs typeface="Times New Roman"/>
              </a:rPr>
              <a:t> </a:t>
            </a:r>
            <a:r>
              <a:rPr dirty="0" sz="2000" spc="155">
                <a:latin typeface="Times New Roman"/>
                <a:cs typeface="Times New Roman"/>
              </a:rPr>
              <a:t>Geolocalización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e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 spc="155">
                <a:latin typeface="Times New Roman"/>
                <a:cs typeface="Times New Roman"/>
              </a:rPr>
              <a:t>Información):</a:t>
            </a:r>
            <a:r>
              <a:rPr dirty="0" sz="2000" spc="70">
                <a:latin typeface="Times New Roman"/>
                <a:cs typeface="Times New Roman"/>
              </a:rPr>
              <a:t>  </a:t>
            </a:r>
            <a:r>
              <a:rPr dirty="0" sz="2000" spc="150">
                <a:latin typeface="Times New Roman"/>
                <a:cs typeface="Times New Roman"/>
              </a:rPr>
              <a:t>Desarrollar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 spc="85">
                <a:latin typeface="Times New Roman"/>
                <a:cs typeface="Times New Roman"/>
              </a:rPr>
              <a:t>un</a:t>
            </a:r>
            <a:r>
              <a:rPr dirty="0" sz="2000" spc="65">
                <a:latin typeface="Times New Roman"/>
                <a:cs typeface="Times New Roman"/>
              </a:rPr>
              <a:t>  </a:t>
            </a:r>
            <a:r>
              <a:rPr dirty="0" sz="2000" spc="135">
                <a:latin typeface="Times New Roman"/>
                <a:cs typeface="Times New Roman"/>
              </a:rPr>
              <a:t>apartado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8578" y="8220938"/>
            <a:ext cx="8749030" cy="1320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6200"/>
              </a:lnSpc>
              <a:spcBef>
                <a:spcPts val="100"/>
              </a:spcBef>
            </a:pPr>
            <a:r>
              <a:rPr dirty="0" sz="2000" spc="150">
                <a:latin typeface="Times New Roman"/>
                <a:cs typeface="Times New Roman"/>
              </a:rPr>
              <a:t>dinámico</a:t>
            </a:r>
            <a:r>
              <a:rPr dirty="0" sz="2000" spc="180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185">
                <a:latin typeface="Times New Roman"/>
                <a:cs typeface="Times New Roman"/>
              </a:rPr>
              <a:t>  </a:t>
            </a:r>
            <a:r>
              <a:rPr dirty="0" sz="2000" spc="155">
                <a:latin typeface="Times New Roman"/>
                <a:cs typeface="Times New Roman"/>
              </a:rPr>
              <a:t>estructurado</a:t>
            </a:r>
            <a:r>
              <a:rPr dirty="0" sz="2000" spc="180">
                <a:latin typeface="Times New Roman"/>
                <a:cs typeface="Times New Roman"/>
              </a:rPr>
              <a:t>  </a:t>
            </a:r>
            <a:r>
              <a:rPr dirty="0" sz="2000" spc="110">
                <a:latin typeface="Times New Roman"/>
                <a:cs typeface="Times New Roman"/>
              </a:rPr>
              <a:t>que</a:t>
            </a:r>
            <a:r>
              <a:rPr dirty="0" sz="2000" spc="185">
                <a:latin typeface="Times New Roman"/>
                <a:cs typeface="Times New Roman"/>
              </a:rPr>
              <a:t>  </a:t>
            </a:r>
            <a:r>
              <a:rPr dirty="0" sz="2000" spc="150">
                <a:latin typeface="Times New Roman"/>
                <a:cs typeface="Times New Roman"/>
              </a:rPr>
              <a:t>centralice</a:t>
            </a:r>
            <a:r>
              <a:rPr dirty="0" sz="2000" spc="180">
                <a:latin typeface="Times New Roman"/>
                <a:cs typeface="Times New Roman"/>
              </a:rPr>
              <a:t>  </a:t>
            </a:r>
            <a:r>
              <a:rPr dirty="0" sz="2000" spc="85">
                <a:latin typeface="Times New Roman"/>
                <a:cs typeface="Times New Roman"/>
              </a:rPr>
              <a:t>la</a:t>
            </a:r>
            <a:r>
              <a:rPr dirty="0" sz="2000" spc="185">
                <a:latin typeface="Times New Roman"/>
                <a:cs typeface="Times New Roman"/>
              </a:rPr>
              <a:t>  </a:t>
            </a:r>
            <a:r>
              <a:rPr dirty="0" sz="2000" spc="155">
                <a:latin typeface="Times New Roman"/>
                <a:cs typeface="Times New Roman"/>
              </a:rPr>
              <a:t>información</a:t>
            </a:r>
            <a:r>
              <a:rPr dirty="0" sz="2000" spc="180">
                <a:latin typeface="Times New Roman"/>
                <a:cs typeface="Times New Roman"/>
              </a:rPr>
              <a:t>  </a:t>
            </a:r>
            <a:r>
              <a:rPr dirty="0" sz="2000" spc="85">
                <a:latin typeface="Times New Roman"/>
                <a:cs typeface="Times New Roman"/>
              </a:rPr>
              <a:t>de</a:t>
            </a:r>
            <a:r>
              <a:rPr dirty="0" sz="2000" spc="185">
                <a:latin typeface="Times New Roman"/>
                <a:cs typeface="Times New Roman"/>
              </a:rPr>
              <a:t>  </a:t>
            </a:r>
            <a:r>
              <a:rPr dirty="0" sz="2000" spc="85">
                <a:latin typeface="Times New Roman"/>
                <a:cs typeface="Times New Roman"/>
              </a:rPr>
              <a:t>la</a:t>
            </a:r>
            <a:r>
              <a:rPr dirty="0" sz="2000" spc="185">
                <a:latin typeface="Times New Roman"/>
                <a:cs typeface="Times New Roman"/>
              </a:rPr>
              <a:t>  </a:t>
            </a:r>
            <a:r>
              <a:rPr dirty="0" sz="2000" spc="130">
                <a:latin typeface="Times New Roman"/>
                <a:cs typeface="Times New Roman"/>
              </a:rPr>
              <a:t>tienda </a:t>
            </a:r>
            <a:r>
              <a:rPr dirty="0" sz="2000" spc="140">
                <a:latin typeface="Times New Roman"/>
                <a:cs typeface="Times New Roman"/>
              </a:rPr>
              <a:t>física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150">
                <a:latin typeface="Times New Roman"/>
                <a:cs typeface="Times New Roman"/>
              </a:rPr>
              <a:t>principal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85">
                <a:latin typeface="Times New Roman"/>
                <a:cs typeface="Times New Roman"/>
              </a:rPr>
              <a:t>en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105">
                <a:latin typeface="Times New Roman"/>
                <a:cs typeface="Times New Roman"/>
              </a:rPr>
              <a:t>San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145">
                <a:latin typeface="Times New Roman"/>
                <a:cs typeface="Times New Roman"/>
              </a:rPr>
              <a:t>Isidro,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135">
                <a:latin typeface="Times New Roman"/>
                <a:cs typeface="Times New Roman"/>
              </a:rPr>
              <a:t>junto</a:t>
            </a:r>
            <a:r>
              <a:rPr dirty="0" sz="2000" spc="110">
                <a:latin typeface="Times New Roman"/>
                <a:cs typeface="Times New Roman"/>
              </a:rPr>
              <a:t>  con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85">
                <a:latin typeface="Times New Roman"/>
                <a:cs typeface="Times New Roman"/>
              </a:rPr>
              <a:t>un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150">
                <a:latin typeface="Times New Roman"/>
                <a:cs typeface="Times New Roman"/>
              </a:rPr>
              <a:t>calendario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155">
                <a:latin typeface="Times New Roman"/>
                <a:cs typeface="Times New Roman"/>
              </a:rPr>
              <a:t>interactivo</a:t>
            </a:r>
            <a:r>
              <a:rPr dirty="0" sz="2000" spc="110">
                <a:latin typeface="Times New Roman"/>
                <a:cs typeface="Times New Roman"/>
              </a:rPr>
              <a:t>  </a:t>
            </a:r>
            <a:r>
              <a:rPr dirty="0" sz="2000" spc="-50">
                <a:latin typeface="Times New Roman"/>
                <a:cs typeface="Times New Roman"/>
              </a:rPr>
              <a:t>y </a:t>
            </a:r>
            <a:r>
              <a:rPr dirty="0" sz="2000" spc="135">
                <a:latin typeface="Times New Roman"/>
                <a:cs typeface="Times New Roman"/>
              </a:rPr>
              <a:t>mapas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de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Google</a:t>
            </a:r>
            <a:r>
              <a:rPr dirty="0" sz="2000" spc="465">
                <a:latin typeface="Times New Roman"/>
                <a:cs typeface="Times New Roman"/>
              </a:rPr>
              <a:t> </a:t>
            </a:r>
            <a:r>
              <a:rPr dirty="0" sz="2000" spc="125">
                <a:latin typeface="Times New Roman"/>
                <a:cs typeface="Times New Roman"/>
              </a:rPr>
              <a:t>Maps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 spc="125">
                <a:latin typeface="Times New Roman"/>
                <a:cs typeface="Times New Roman"/>
              </a:rPr>
              <a:t>para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la</a:t>
            </a:r>
            <a:r>
              <a:rPr dirty="0" sz="2000" spc="465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gestión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de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eventos</a:t>
            </a:r>
            <a:r>
              <a:rPr dirty="0" sz="2000" spc="4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y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 spc="140">
                <a:latin typeface="Times New Roman"/>
                <a:cs typeface="Times New Roman"/>
              </a:rPr>
              <a:t>ferias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itinerantes, </a:t>
            </a:r>
            <a:r>
              <a:rPr dirty="0" sz="2000" spc="155">
                <a:latin typeface="Times New Roman"/>
                <a:cs typeface="Times New Roman"/>
              </a:rPr>
              <a:t>permitiendo</a:t>
            </a:r>
            <a:r>
              <a:rPr dirty="0" sz="2000" spc="340">
                <a:latin typeface="Times New Roman"/>
                <a:cs typeface="Times New Roman"/>
              </a:rPr>
              <a:t> </a:t>
            </a:r>
            <a:r>
              <a:rPr dirty="0" sz="2000" spc="110">
                <a:latin typeface="Times New Roman"/>
                <a:cs typeface="Times New Roman"/>
              </a:rPr>
              <a:t>que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 spc="114">
                <a:latin typeface="Times New Roman"/>
                <a:cs typeface="Times New Roman"/>
              </a:rPr>
              <a:t>los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 spc="145">
                <a:latin typeface="Times New Roman"/>
                <a:cs typeface="Times New Roman"/>
              </a:rPr>
              <a:t>usuarios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 spc="150">
                <a:latin typeface="Times New Roman"/>
                <a:cs typeface="Times New Roman"/>
              </a:rPr>
              <a:t>localicen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la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 spc="135">
                <a:latin typeface="Times New Roman"/>
                <a:cs typeface="Times New Roman"/>
              </a:rPr>
              <a:t>marca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 spc="85">
                <a:latin typeface="Times New Roman"/>
                <a:cs typeface="Times New Roman"/>
              </a:rPr>
              <a:t>en</a:t>
            </a:r>
            <a:r>
              <a:rPr dirty="0" sz="2000" spc="350">
                <a:latin typeface="Times New Roman"/>
                <a:cs typeface="Times New Roman"/>
              </a:rPr>
              <a:t> </a:t>
            </a:r>
            <a:r>
              <a:rPr dirty="0" sz="2000" spc="125">
                <a:latin typeface="Times New Roman"/>
                <a:cs typeface="Times New Roman"/>
              </a:rPr>
              <a:t>todo</a:t>
            </a:r>
            <a:r>
              <a:rPr dirty="0" sz="2000" spc="355">
                <a:latin typeface="Times New Roman"/>
                <a:cs typeface="Times New Roman"/>
              </a:rPr>
              <a:t> </a:t>
            </a:r>
            <a:r>
              <a:rPr dirty="0" sz="2000" spc="135">
                <a:latin typeface="Times New Roman"/>
                <a:cs typeface="Times New Roman"/>
              </a:rPr>
              <a:t>momento.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246600" y="9232962"/>
            <a:ext cx="1708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0">
                <a:latin typeface="Arial MT"/>
                <a:cs typeface="Arial MT"/>
              </a:rPr>
              <a:t>8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550149" y="1421473"/>
            <a:ext cx="7552690" cy="68326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none" baseline="3968" sz="5250" spc="-195"/>
              <a:t>5</a:t>
            </a:r>
            <a:r>
              <a:rPr dirty="0" u="none" baseline="3968" sz="5250" spc="-412"/>
              <a:t> </a:t>
            </a:r>
            <a:r>
              <a:rPr dirty="0" u="none" baseline="3968" sz="5250" spc="195"/>
              <a:t>.</a:t>
            </a:r>
            <a:r>
              <a:rPr dirty="0" u="none" baseline="3968" sz="5250" spc="675"/>
              <a:t> </a:t>
            </a:r>
            <a:r>
              <a:rPr dirty="0" sz="4300" spc="805"/>
              <a:t>O</a:t>
            </a:r>
            <a:r>
              <a:rPr dirty="0" sz="4300" spc="195"/>
              <a:t>b</a:t>
            </a:r>
            <a:r>
              <a:rPr dirty="0" u="none" sz="4300" spc="-335"/>
              <a:t> </a:t>
            </a:r>
            <a:r>
              <a:rPr dirty="0" u="none" sz="4300"/>
              <a:t>j</a:t>
            </a:r>
            <a:r>
              <a:rPr dirty="0" sz="4300" spc="-550"/>
              <a:t> </a:t>
            </a:r>
            <a:r>
              <a:rPr dirty="0" sz="4300" spc="-120"/>
              <a:t>e</a:t>
            </a:r>
            <a:r>
              <a:rPr dirty="0" sz="4300" spc="-335"/>
              <a:t> </a:t>
            </a:r>
            <a:r>
              <a:rPr dirty="0" sz="4300" spc="-70"/>
              <a:t>t</a:t>
            </a:r>
            <a:r>
              <a:rPr dirty="0" sz="4300" spc="-330"/>
              <a:t> </a:t>
            </a:r>
            <a:r>
              <a:rPr dirty="0" sz="4300"/>
              <a:t>i</a:t>
            </a:r>
            <a:r>
              <a:rPr dirty="0" sz="4300" spc="-335"/>
              <a:t> </a:t>
            </a:r>
            <a:r>
              <a:rPr dirty="0" sz="4300" spc="-120"/>
              <a:t>v</a:t>
            </a:r>
            <a:r>
              <a:rPr dirty="0" sz="4300" spc="-330"/>
              <a:t> </a:t>
            </a:r>
            <a:r>
              <a:rPr dirty="0" sz="4300" spc="-30"/>
              <a:t>o</a:t>
            </a:r>
            <a:r>
              <a:rPr dirty="0" sz="4300" spc="-335"/>
              <a:t> </a:t>
            </a:r>
            <a:r>
              <a:rPr dirty="0" sz="4300"/>
              <a:t>s</a:t>
            </a:r>
            <a:r>
              <a:rPr dirty="0" sz="4300" spc="170"/>
              <a:t>  </a:t>
            </a:r>
            <a:r>
              <a:rPr dirty="0" sz="4300" spc="-120"/>
              <a:t>e</a:t>
            </a:r>
            <a:r>
              <a:rPr dirty="0" sz="4300" spc="-325"/>
              <a:t> </a:t>
            </a:r>
            <a:r>
              <a:rPr dirty="0" sz="4300"/>
              <a:t>s</a:t>
            </a:r>
            <a:r>
              <a:rPr dirty="0" sz="4300" spc="-455"/>
              <a:t> </a:t>
            </a:r>
            <a:r>
              <a:rPr dirty="0" sz="4300" spc="-1080"/>
              <a:t>p</a:t>
            </a:r>
            <a:r>
              <a:rPr dirty="0" sz="4300" spc="620"/>
              <a:t> </a:t>
            </a:r>
            <a:r>
              <a:rPr dirty="0" sz="4300" spc="-120"/>
              <a:t>e</a:t>
            </a:r>
            <a:r>
              <a:rPr dirty="0" sz="4300" spc="-335"/>
              <a:t> </a:t>
            </a:r>
            <a:r>
              <a:rPr dirty="0" sz="4300" spc="120"/>
              <a:t>c</a:t>
            </a:r>
            <a:r>
              <a:rPr dirty="0" sz="4300" spc="-330"/>
              <a:t> </a:t>
            </a:r>
            <a:r>
              <a:rPr dirty="0" sz="4300"/>
              <a:t>í</a:t>
            </a:r>
            <a:r>
              <a:rPr dirty="0" sz="4300" spc="-335"/>
              <a:t> </a:t>
            </a:r>
            <a:r>
              <a:rPr dirty="0" sz="4300" spc="110"/>
              <a:t>f</a:t>
            </a:r>
            <a:r>
              <a:rPr dirty="0" sz="4300" spc="-330"/>
              <a:t> </a:t>
            </a:r>
            <a:r>
              <a:rPr dirty="0" sz="4300"/>
              <a:t>i</a:t>
            </a:r>
            <a:r>
              <a:rPr dirty="0" sz="4300" spc="-335"/>
              <a:t> </a:t>
            </a:r>
            <a:r>
              <a:rPr dirty="0" sz="4300" spc="120"/>
              <a:t>c</a:t>
            </a:r>
            <a:r>
              <a:rPr dirty="0" sz="4300" spc="-330"/>
              <a:t> </a:t>
            </a:r>
            <a:r>
              <a:rPr dirty="0" sz="4300" spc="-30"/>
              <a:t>o</a:t>
            </a:r>
            <a:r>
              <a:rPr dirty="0" sz="4300" spc="-335"/>
              <a:t> </a:t>
            </a:r>
            <a:r>
              <a:rPr dirty="0" sz="4300" spc="-50"/>
              <a:t>s </a:t>
            </a:r>
            <a:endParaRPr sz="4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0650" y="3737955"/>
            <a:ext cx="9401174" cy="3933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90163" y="3840986"/>
            <a:ext cx="6377940" cy="20504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2900" spc="215">
                <a:latin typeface="Times New Roman"/>
                <a:cs typeface="Times New Roman"/>
              </a:rPr>
              <a:t>Implementamos</a:t>
            </a:r>
            <a:r>
              <a:rPr dirty="0" sz="2900" spc="215">
                <a:latin typeface="Times New Roman"/>
                <a:cs typeface="Times New Roman"/>
              </a:rPr>
              <a:t> </a:t>
            </a:r>
            <a:r>
              <a:rPr dirty="0" sz="2900" spc="105">
                <a:latin typeface="Times New Roman"/>
                <a:cs typeface="Times New Roman"/>
              </a:rPr>
              <a:t>un</a:t>
            </a:r>
            <a:r>
              <a:rPr dirty="0" sz="2900" spc="105">
                <a:latin typeface="Times New Roman"/>
                <a:cs typeface="Times New Roman"/>
              </a:rPr>
              <a:t> </a:t>
            </a:r>
            <a:r>
              <a:rPr dirty="0" sz="2900" spc="190">
                <a:latin typeface="Times New Roman"/>
                <a:cs typeface="Times New Roman"/>
              </a:rPr>
              <a:t>patrón</a:t>
            </a:r>
            <a:r>
              <a:rPr dirty="0" sz="2900" spc="190">
                <a:latin typeface="Times New Roman"/>
                <a:cs typeface="Times New Roman"/>
              </a:rPr>
              <a:t> </a:t>
            </a:r>
            <a:r>
              <a:rPr dirty="0" sz="2900" spc="195">
                <a:latin typeface="Times New Roman"/>
                <a:cs typeface="Times New Roman"/>
              </a:rPr>
              <a:t>Cliente-</a:t>
            </a:r>
            <a:r>
              <a:rPr dirty="0" sz="2900" spc="204">
                <a:latin typeface="Times New Roman"/>
                <a:cs typeface="Times New Roman"/>
              </a:rPr>
              <a:t>Servidor</a:t>
            </a:r>
            <a:r>
              <a:rPr dirty="0" sz="2900" spc="65">
                <a:latin typeface="Times New Roman"/>
                <a:cs typeface="Times New Roman"/>
              </a:rPr>
              <a:t>  </a:t>
            </a:r>
            <a:r>
              <a:rPr dirty="0" sz="2900" spc="204">
                <a:latin typeface="Times New Roman"/>
                <a:cs typeface="Times New Roman"/>
              </a:rPr>
              <a:t>separando</a:t>
            </a:r>
            <a:r>
              <a:rPr dirty="0" sz="2900" spc="70">
                <a:latin typeface="Times New Roman"/>
                <a:cs typeface="Times New Roman"/>
              </a:rPr>
              <a:t>  </a:t>
            </a:r>
            <a:r>
              <a:rPr dirty="0" sz="2900" spc="114">
                <a:latin typeface="Times New Roman"/>
                <a:cs typeface="Times New Roman"/>
              </a:rPr>
              <a:t>la</a:t>
            </a:r>
            <a:r>
              <a:rPr dirty="0" sz="2900" spc="65">
                <a:latin typeface="Times New Roman"/>
                <a:cs typeface="Times New Roman"/>
              </a:rPr>
              <a:t>  </a:t>
            </a:r>
            <a:r>
              <a:rPr dirty="0" sz="2900" spc="204">
                <a:latin typeface="Times New Roman"/>
                <a:cs typeface="Times New Roman"/>
              </a:rPr>
              <a:t>interfaz</a:t>
            </a:r>
            <a:r>
              <a:rPr dirty="0" sz="2900" spc="70">
                <a:latin typeface="Times New Roman"/>
                <a:cs typeface="Times New Roman"/>
              </a:rPr>
              <a:t>  </a:t>
            </a:r>
            <a:r>
              <a:rPr dirty="0" sz="2900" spc="120">
                <a:latin typeface="Times New Roman"/>
                <a:cs typeface="Times New Roman"/>
              </a:rPr>
              <a:t>web </a:t>
            </a:r>
            <a:r>
              <a:rPr dirty="0" sz="2900" spc="150">
                <a:latin typeface="Times New Roman"/>
                <a:cs typeface="Times New Roman"/>
              </a:rPr>
              <a:t>del</a:t>
            </a:r>
            <a:r>
              <a:rPr dirty="0" sz="2900" spc="400">
                <a:latin typeface="Times New Roman"/>
                <a:cs typeface="Times New Roman"/>
              </a:rPr>
              <a:t>  </a:t>
            </a:r>
            <a:r>
              <a:rPr dirty="0" sz="2900" spc="190">
                <a:latin typeface="Times New Roman"/>
                <a:cs typeface="Times New Roman"/>
              </a:rPr>
              <a:t>motor</a:t>
            </a:r>
            <a:r>
              <a:rPr dirty="0" sz="2900" spc="550">
                <a:latin typeface="Times New Roman"/>
                <a:cs typeface="Times New Roman"/>
              </a:rPr>
              <a:t>  </a:t>
            </a:r>
            <a:r>
              <a:rPr dirty="0" sz="2900" spc="190">
                <a:latin typeface="Times New Roman"/>
                <a:cs typeface="Times New Roman"/>
              </a:rPr>
              <a:t>lógico</a:t>
            </a:r>
            <a:r>
              <a:rPr dirty="0" sz="2900" spc="545">
                <a:latin typeface="Times New Roman"/>
                <a:cs typeface="Times New Roman"/>
              </a:rPr>
              <a:t>  </a:t>
            </a:r>
            <a:r>
              <a:rPr dirty="0" sz="2900" spc="105">
                <a:latin typeface="Times New Roman"/>
                <a:cs typeface="Times New Roman"/>
              </a:rPr>
              <a:t>en</a:t>
            </a:r>
            <a:r>
              <a:rPr dirty="0" sz="2900" spc="550">
                <a:latin typeface="Times New Roman"/>
                <a:cs typeface="Times New Roman"/>
              </a:rPr>
              <a:t>  </a:t>
            </a:r>
            <a:r>
              <a:rPr dirty="0" sz="2900" spc="114">
                <a:latin typeface="Times New Roman"/>
                <a:cs typeface="Times New Roman"/>
              </a:rPr>
              <a:t>Node.</a:t>
            </a:r>
            <a:r>
              <a:rPr dirty="0" sz="2900" spc="-180">
                <a:latin typeface="Times New Roman"/>
                <a:cs typeface="Times New Roman"/>
              </a:rPr>
              <a:t> </a:t>
            </a:r>
            <a:r>
              <a:rPr dirty="0" sz="2900" spc="160">
                <a:latin typeface="Times New Roman"/>
                <a:cs typeface="Times New Roman"/>
              </a:rPr>
              <a:t>js.</a:t>
            </a:r>
            <a:r>
              <a:rPr dirty="0" sz="2900" spc="545">
                <a:latin typeface="Times New Roman"/>
                <a:cs typeface="Times New Roman"/>
              </a:rPr>
              <a:t>  </a:t>
            </a:r>
            <a:r>
              <a:rPr dirty="0" sz="2900" spc="75">
                <a:latin typeface="Times New Roman"/>
                <a:cs typeface="Times New Roman"/>
              </a:rPr>
              <a:t>El </a:t>
            </a:r>
            <a:r>
              <a:rPr dirty="0" sz="2900" spc="170">
                <a:latin typeface="Times New Roman"/>
                <a:cs typeface="Times New Roman"/>
              </a:rPr>
              <a:t>mapa</a:t>
            </a:r>
            <a:r>
              <a:rPr dirty="0" sz="2900" spc="270">
                <a:latin typeface="Times New Roman"/>
                <a:cs typeface="Times New Roman"/>
              </a:rPr>
              <a:t>  </a:t>
            </a:r>
            <a:r>
              <a:rPr dirty="0" sz="2900" spc="105">
                <a:latin typeface="Times New Roman"/>
                <a:cs typeface="Times New Roman"/>
              </a:rPr>
              <a:t>de</a:t>
            </a:r>
            <a:r>
              <a:rPr dirty="0" sz="2900" spc="270">
                <a:latin typeface="Times New Roman"/>
                <a:cs typeface="Times New Roman"/>
              </a:rPr>
              <a:t>  </a:t>
            </a:r>
            <a:r>
              <a:rPr dirty="0" sz="2900" spc="204">
                <a:latin typeface="Times New Roman"/>
                <a:cs typeface="Times New Roman"/>
              </a:rPr>
              <a:t>navegación</a:t>
            </a:r>
            <a:r>
              <a:rPr dirty="0" sz="2900" spc="275">
                <a:latin typeface="Times New Roman"/>
                <a:cs typeface="Times New Roman"/>
              </a:rPr>
              <a:t>  </a:t>
            </a:r>
            <a:r>
              <a:rPr dirty="0" sz="2900" spc="114">
                <a:latin typeface="Times New Roman"/>
                <a:cs typeface="Times New Roman"/>
              </a:rPr>
              <a:t>se</a:t>
            </a:r>
            <a:r>
              <a:rPr dirty="0" sz="2900" spc="270">
                <a:latin typeface="Times New Roman"/>
                <a:cs typeface="Times New Roman"/>
              </a:rPr>
              <a:t>  </a:t>
            </a:r>
            <a:r>
              <a:rPr dirty="0" sz="2900" spc="200">
                <a:latin typeface="Times New Roman"/>
                <a:cs typeface="Times New Roman"/>
              </a:rPr>
              <a:t>jerarquizó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46600" y="9215479"/>
            <a:ext cx="170815" cy="37147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000" spc="-50">
                <a:latin typeface="Arial MT"/>
                <a:cs typeface="Arial MT"/>
              </a:rPr>
              <a:t>9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71113" y="5983134"/>
          <a:ext cx="6492240" cy="1419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5360"/>
                <a:gridCol w="509269"/>
                <a:gridCol w="813434"/>
                <a:gridCol w="1009014"/>
                <a:gridCol w="1253489"/>
                <a:gridCol w="586739"/>
              </a:tblGrid>
              <a:tr h="456565">
                <a:tc>
                  <a:txBody>
                    <a:bodyPr/>
                    <a:lstStyle/>
                    <a:p>
                      <a:pPr marL="31750">
                        <a:lnSpc>
                          <a:spcPts val="3160"/>
                        </a:lnSpc>
                        <a:tabLst>
                          <a:tab pos="1110615" algn="l"/>
                        </a:tabLst>
                      </a:pPr>
                      <a:r>
                        <a:rPr dirty="0" sz="2900" spc="150">
                          <a:latin typeface="Times New Roman"/>
                          <a:cs typeface="Times New Roman"/>
                        </a:rPr>
                        <a:t>para</a:t>
                      </a:r>
                      <a:r>
                        <a:rPr dirty="0" sz="29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900" spc="185">
                          <a:latin typeface="Times New Roman"/>
                          <a:cs typeface="Times New Roman"/>
                        </a:rPr>
                        <a:t>asegur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ts val="3160"/>
                        </a:lnSpc>
                      </a:pPr>
                      <a:r>
                        <a:rPr dirty="0" sz="2900" spc="90">
                          <a:latin typeface="Times New Roman"/>
                          <a:cs typeface="Times New Roman"/>
                        </a:rPr>
                        <a:t>ar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ts val="3160"/>
                        </a:lnSpc>
                      </a:pPr>
                      <a:r>
                        <a:rPr dirty="0" sz="2900" spc="80">
                          <a:latin typeface="Times New Roman"/>
                          <a:cs typeface="Times New Roman"/>
                        </a:rPr>
                        <a:t>un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3160"/>
                        </a:lnSpc>
                      </a:pPr>
                      <a:r>
                        <a:rPr dirty="0" sz="2900" spc="180">
                          <a:latin typeface="Times New Roman"/>
                          <a:cs typeface="Times New Roman"/>
                        </a:rPr>
                        <a:t>flujo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ts val="3160"/>
                        </a:lnSpc>
                      </a:pPr>
                      <a:r>
                        <a:rPr dirty="0" sz="2900" spc="180">
                          <a:latin typeface="Times New Roman"/>
                          <a:cs typeface="Times New Roman"/>
                        </a:rPr>
                        <a:t>libre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160"/>
                        </a:lnSpc>
                      </a:pPr>
                      <a:r>
                        <a:rPr dirty="0" sz="2900" spc="80">
                          <a:latin typeface="Times New Roman"/>
                          <a:cs typeface="Times New Roman"/>
                        </a:rPr>
                        <a:t>de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5060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900" spc="200">
                          <a:latin typeface="Times New Roman"/>
                          <a:cs typeface="Times New Roman"/>
                        </a:rPr>
                        <a:t>fricciones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55244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900" spc="-50">
                          <a:latin typeface="Times New Roman"/>
                          <a:cs typeface="Times New Roman"/>
                        </a:rPr>
                        <a:t>y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900" spc="125">
                          <a:latin typeface="Times New Roman"/>
                          <a:cs typeface="Times New Roman"/>
                        </a:rPr>
                        <a:t>ráp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900" spc="125">
                          <a:latin typeface="Times New Roman"/>
                          <a:cs typeface="Times New Roman"/>
                        </a:rPr>
                        <a:t>ido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900" spc="175">
                          <a:latin typeface="Times New Roman"/>
                          <a:cs typeface="Times New Roman"/>
                        </a:rPr>
                        <a:t>hacia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2900" spc="90">
                          <a:latin typeface="Times New Roman"/>
                          <a:cs typeface="Times New Roman"/>
                        </a:rPr>
                        <a:t>la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/>
                </a:tc>
              </a:tr>
              <a:tr h="456565">
                <a:tc>
                  <a:txBody>
                    <a:bodyPr/>
                    <a:lstStyle/>
                    <a:p>
                      <a:pPr marL="31750">
                        <a:lnSpc>
                          <a:spcPts val="3425"/>
                        </a:lnSpc>
                        <a:spcBef>
                          <a:spcPts val="70"/>
                        </a:spcBef>
                      </a:pPr>
                      <a:r>
                        <a:rPr dirty="0" sz="2900" spc="190">
                          <a:latin typeface="Times New Roman"/>
                          <a:cs typeface="Times New Roman"/>
                        </a:rPr>
                        <a:t>compra.</a:t>
                      </a: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9087" rIns="0" bIns="0" rtlCol="0" vert="horz">
            <a:spAutoFit/>
          </a:bodyPr>
          <a:lstStyle/>
          <a:p>
            <a:pPr marL="2746375">
              <a:lnSpc>
                <a:spcPct val="100000"/>
              </a:lnSpc>
              <a:spcBef>
                <a:spcPts val="100"/>
              </a:spcBef>
            </a:pPr>
            <a:r>
              <a:rPr dirty="0" u="none" baseline="6349" sz="5250" spc="-719"/>
              <a:t>7</a:t>
            </a:r>
            <a:r>
              <a:rPr dirty="0" u="none" baseline="6349" sz="5250" spc="-412"/>
              <a:t> </a:t>
            </a:r>
            <a:r>
              <a:rPr dirty="0" u="none" baseline="6349" sz="5250" spc="195"/>
              <a:t>.</a:t>
            </a:r>
            <a:r>
              <a:rPr dirty="0" u="none" baseline="6349" sz="5250" spc="-187"/>
              <a:t> </a:t>
            </a:r>
            <a:r>
              <a:rPr dirty="0" sz="4150" spc="50"/>
              <a:t>A</a:t>
            </a:r>
            <a:r>
              <a:rPr dirty="0" sz="4150" spc="-325"/>
              <a:t> </a:t>
            </a:r>
            <a:r>
              <a:rPr dirty="0" sz="4150"/>
              <a:t>r</a:t>
            </a:r>
            <a:r>
              <a:rPr dirty="0" sz="4150" spc="-325"/>
              <a:t> </a:t>
            </a:r>
            <a:r>
              <a:rPr dirty="0" sz="4150" spc="150"/>
              <a:t>q</a:t>
            </a:r>
            <a:r>
              <a:rPr dirty="0" sz="4150" spc="-640"/>
              <a:t> </a:t>
            </a:r>
            <a:r>
              <a:rPr dirty="0" sz="4150"/>
              <a:t>u</a:t>
            </a:r>
            <a:r>
              <a:rPr dirty="0" sz="4150" spc="-320"/>
              <a:t> </a:t>
            </a:r>
            <a:r>
              <a:rPr dirty="0" sz="4150"/>
              <a:t>i</a:t>
            </a:r>
            <a:r>
              <a:rPr dirty="0" sz="4150" spc="-325"/>
              <a:t> </a:t>
            </a:r>
            <a:r>
              <a:rPr dirty="0" sz="4150" spc="-70"/>
              <a:t>t</a:t>
            </a:r>
            <a:r>
              <a:rPr dirty="0" sz="4150" spc="-320"/>
              <a:t> </a:t>
            </a:r>
            <a:r>
              <a:rPr dirty="0" sz="4150" spc="-110"/>
              <a:t>e</a:t>
            </a:r>
            <a:r>
              <a:rPr dirty="0" sz="4150" spc="-325"/>
              <a:t> </a:t>
            </a:r>
            <a:r>
              <a:rPr dirty="0" sz="4150" spc="95"/>
              <a:t>c</a:t>
            </a:r>
            <a:r>
              <a:rPr dirty="0" sz="4150" spc="-320"/>
              <a:t> </a:t>
            </a:r>
            <a:r>
              <a:rPr dirty="0" sz="4150" spc="-70"/>
              <a:t>t</a:t>
            </a:r>
            <a:r>
              <a:rPr dirty="0" sz="4150" spc="-325"/>
              <a:t> </a:t>
            </a:r>
            <a:r>
              <a:rPr dirty="0" sz="4150"/>
              <a:t>u</a:t>
            </a:r>
            <a:r>
              <a:rPr dirty="0" sz="4150" spc="-320"/>
              <a:t> </a:t>
            </a:r>
            <a:r>
              <a:rPr dirty="0" sz="4150"/>
              <a:t>r</a:t>
            </a:r>
            <a:r>
              <a:rPr dirty="0" sz="4150" spc="-325"/>
              <a:t> </a:t>
            </a:r>
            <a:r>
              <a:rPr dirty="0" sz="4150"/>
              <a:t>a</a:t>
            </a:r>
            <a:r>
              <a:rPr dirty="0" sz="4150" spc="925"/>
              <a:t> </a:t>
            </a:r>
            <a:r>
              <a:rPr dirty="0" u="none" sz="4150" spc="-605"/>
              <a:t> </a:t>
            </a:r>
            <a:r>
              <a:rPr dirty="0" u="none" sz="4150" spc="-670"/>
              <a:t>y</a:t>
            </a:r>
            <a:r>
              <a:rPr dirty="0" sz="4150" spc="425"/>
              <a:t>  </a:t>
            </a:r>
            <a:r>
              <a:rPr dirty="0" sz="4150" spc="165"/>
              <a:t>N</a:t>
            </a:r>
            <a:r>
              <a:rPr dirty="0" sz="4150" spc="-330"/>
              <a:t> </a:t>
            </a:r>
            <a:r>
              <a:rPr dirty="0" sz="4150" spc="-95"/>
              <a:t>a</a:t>
            </a:r>
            <a:r>
              <a:rPr dirty="0" sz="4150" spc="-325"/>
              <a:t> </a:t>
            </a:r>
            <a:r>
              <a:rPr dirty="0" sz="4150" spc="-110"/>
              <a:t>v</a:t>
            </a:r>
            <a:r>
              <a:rPr dirty="0" sz="4150" spc="-320"/>
              <a:t> </a:t>
            </a:r>
            <a:r>
              <a:rPr dirty="0" sz="4150" spc="-110"/>
              <a:t>e</a:t>
            </a:r>
            <a:r>
              <a:rPr dirty="0" u="none" sz="4150" spc="-325"/>
              <a:t> </a:t>
            </a:r>
            <a:r>
              <a:rPr dirty="0" u="none" sz="4150" spc="310"/>
              <a:t>g</a:t>
            </a:r>
            <a:r>
              <a:rPr dirty="0" sz="4150" spc="-680"/>
              <a:t> </a:t>
            </a:r>
            <a:r>
              <a:rPr dirty="0" sz="4150" spc="-95"/>
              <a:t>a</a:t>
            </a:r>
            <a:r>
              <a:rPr dirty="0" sz="4150" spc="-320"/>
              <a:t> </a:t>
            </a:r>
            <a:r>
              <a:rPr dirty="0" sz="4150" spc="95"/>
              <a:t>c</a:t>
            </a:r>
            <a:r>
              <a:rPr dirty="0" sz="4150" spc="-325"/>
              <a:t> </a:t>
            </a:r>
            <a:r>
              <a:rPr dirty="0" sz="4150"/>
              <a:t>i</a:t>
            </a:r>
            <a:r>
              <a:rPr dirty="0" sz="4150" spc="-320"/>
              <a:t> </a:t>
            </a:r>
            <a:r>
              <a:rPr dirty="0" sz="4150" spc="-30"/>
              <a:t>ó</a:t>
            </a:r>
            <a:r>
              <a:rPr dirty="0" sz="4150" spc="-325"/>
              <a:t> </a:t>
            </a:r>
            <a:r>
              <a:rPr dirty="0" sz="4150" spc="-50"/>
              <a:t>n </a:t>
            </a:r>
            <a:endParaRPr sz="4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9220" y="3411831"/>
            <a:ext cx="4344670" cy="1344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4500"/>
              </a:lnSpc>
              <a:spcBef>
                <a:spcPts val="95"/>
              </a:spcBef>
              <a:tabLst>
                <a:tab pos="1428115" algn="l"/>
                <a:tab pos="2266315" algn="l"/>
                <a:tab pos="2625090" algn="l"/>
                <a:tab pos="3809365" algn="l"/>
              </a:tabLst>
            </a:pPr>
            <a:r>
              <a:rPr dirty="0" sz="2800">
                <a:latin typeface="Times New Roman"/>
                <a:cs typeface="Times New Roman"/>
              </a:rPr>
              <a:t>D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e</a:t>
            </a:r>
            <a:r>
              <a:rPr dirty="0" sz="2800">
                <a:latin typeface="Times New Roman"/>
                <a:cs typeface="Times New Roman"/>
              </a:rPr>
              <a:t>	l</a:t>
            </a:r>
            <a:r>
              <a:rPr dirty="0" sz="2800" spc="-3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s</a:t>
            </a:r>
            <a:r>
              <a:rPr dirty="0" sz="2800">
                <a:latin typeface="Times New Roman"/>
                <a:cs typeface="Times New Roman"/>
              </a:rPr>
              <a:t>	w</a:t>
            </a:r>
            <a:r>
              <a:rPr dirty="0" sz="2800" spc="-3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s </a:t>
            </a:r>
            <a:r>
              <a:rPr dirty="0" sz="2800">
                <a:latin typeface="Times New Roman"/>
                <a:cs typeface="Times New Roman"/>
              </a:rPr>
              <a:t>M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-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t</a:t>
            </a:r>
            <a:r>
              <a:rPr dirty="0" sz="2800">
                <a:latin typeface="Times New Roman"/>
                <a:cs typeface="Times New Roman"/>
              </a:rPr>
              <a:t>	h</a:t>
            </a:r>
            <a:r>
              <a:rPr dirty="0" sz="2800" spc="-3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	e</a:t>
            </a:r>
            <a:r>
              <a:rPr dirty="0" sz="2800" spc="-31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l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6431" y="2091460"/>
            <a:ext cx="7238694" cy="55625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31901" y="3411831"/>
            <a:ext cx="3482975" cy="1344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85115">
              <a:lnSpc>
                <a:spcPct val="154500"/>
              </a:lnSpc>
              <a:spcBef>
                <a:spcPts val="95"/>
              </a:spcBef>
              <a:tabLst>
                <a:tab pos="1384935" algn="l"/>
                <a:tab pos="1976120" algn="l"/>
                <a:tab pos="2012950" algn="l"/>
                <a:tab pos="3081020" algn="l"/>
              </a:tabLst>
            </a:pPr>
            <a:r>
              <a:rPr dirty="0" sz="2800">
                <a:latin typeface="Times New Roman"/>
                <a:cs typeface="Times New Roman"/>
              </a:rPr>
              <a:t>b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j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o</a:t>
            </a:r>
            <a:r>
              <a:rPr dirty="0" sz="2800">
                <a:latin typeface="Times New Roman"/>
                <a:cs typeface="Times New Roman"/>
              </a:rPr>
              <a:t>	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l</a:t>
            </a:r>
            <a:r>
              <a:rPr dirty="0" sz="2800">
                <a:latin typeface="Times New Roman"/>
                <a:cs typeface="Times New Roman"/>
              </a:rPr>
              <a:t>		e</a:t>
            </a:r>
            <a:r>
              <a:rPr dirty="0" sz="2800" spc="-3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q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e </a:t>
            </a:r>
            <a:r>
              <a:rPr dirty="0" sz="2800">
                <a:latin typeface="Times New Roman"/>
                <a:cs typeface="Times New Roman"/>
              </a:rPr>
              <a:t>p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o</a:t>
            </a:r>
            <a:r>
              <a:rPr dirty="0" sz="2800">
                <a:latin typeface="Times New Roman"/>
                <a:cs typeface="Times New Roman"/>
              </a:rPr>
              <a:t>	f</a:t>
            </a:r>
            <a:r>
              <a:rPr dirty="0" sz="2800" spc="-3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l</a:t>
            </a:r>
            <a:r>
              <a:rPr dirty="0" sz="2800">
                <a:latin typeface="Times New Roman"/>
                <a:cs typeface="Times New Roman"/>
              </a:rPr>
              <a:t>	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-50">
                <a:latin typeface="Times New Roman"/>
                <a:cs typeface="Times New Roman"/>
              </a:rPr>
              <a:t>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20" y="4730664"/>
            <a:ext cx="7835265" cy="2663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54500"/>
              </a:lnSpc>
              <a:spcBef>
                <a:spcPts val="95"/>
              </a:spcBef>
            </a:pPr>
            <a:r>
              <a:rPr dirty="0" sz="2800">
                <a:latin typeface="Times New Roman"/>
                <a:cs typeface="Times New Roman"/>
              </a:rPr>
              <a:t>F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,</a:t>
            </a:r>
            <a:r>
              <a:rPr dirty="0" sz="2800" spc="16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16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ó</a:t>
            </a:r>
            <a:r>
              <a:rPr dirty="0" sz="2800" spc="16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16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é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1610">
                <a:latin typeface="Times New Roman"/>
                <a:cs typeface="Times New Roman"/>
              </a:rPr>
              <a:t> </a:t>
            </a:r>
            <a:r>
              <a:rPr dirty="0" sz="2800" spc="10">
                <a:latin typeface="Times New Roman"/>
                <a:cs typeface="Times New Roman"/>
              </a:rPr>
              <a:t>"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 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 spc="10">
                <a:latin typeface="Times New Roman"/>
                <a:cs typeface="Times New Roman"/>
              </a:rPr>
              <a:t>"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.</a:t>
            </a:r>
            <a:r>
              <a:rPr dirty="0" sz="2800" spc="13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13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ó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</a:t>
            </a:r>
            <a:r>
              <a:rPr dirty="0" sz="2800" spc="13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13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13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 v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</a:t>
            </a:r>
            <a:r>
              <a:rPr dirty="0" sz="2800" spc="1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y</a:t>
            </a:r>
            <a:r>
              <a:rPr dirty="0" sz="2800" spc="1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1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1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1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 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80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c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e</a:t>
            </a:r>
            <a:r>
              <a:rPr dirty="0" sz="2800" spc="-30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99733" y="2877330"/>
            <a:ext cx="303530" cy="43180"/>
          </a:xfrm>
          <a:custGeom>
            <a:avLst/>
            <a:gdLst/>
            <a:ahLst/>
            <a:cxnLst/>
            <a:rect l="l" t="t" r="r" b="b"/>
            <a:pathLst>
              <a:path w="303529" h="43180">
                <a:moveTo>
                  <a:pt x="303041" y="42668"/>
                </a:moveTo>
                <a:lnTo>
                  <a:pt x="0" y="42668"/>
                </a:lnTo>
                <a:lnTo>
                  <a:pt x="0" y="0"/>
                </a:lnTo>
                <a:lnTo>
                  <a:pt x="303041" y="0"/>
                </a:lnTo>
                <a:lnTo>
                  <a:pt x="303041" y="426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6566" rIns="0" bIns="0" rtlCol="0" vert="horz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dirty="0" u="none" baseline="1587" sz="5250" spc="-195"/>
              <a:t>8</a:t>
            </a:r>
            <a:r>
              <a:rPr dirty="0" u="none" baseline="1587" sz="5250" spc="-412"/>
              <a:t> </a:t>
            </a:r>
            <a:r>
              <a:rPr dirty="0" u="none" baseline="1587" sz="5250" spc="480"/>
              <a:t>.</a:t>
            </a:r>
            <a:r>
              <a:rPr dirty="0" sz="3750" spc="320"/>
              <a:t>D</a:t>
            </a:r>
            <a:r>
              <a:rPr dirty="0" u="none" sz="3750" spc="-295"/>
              <a:t> </a:t>
            </a:r>
            <a:r>
              <a:rPr dirty="0" sz="3750"/>
              <a:t>i</a:t>
            </a:r>
            <a:r>
              <a:rPr dirty="0" u="none" sz="3750" spc="-295"/>
              <a:t> </a:t>
            </a:r>
            <a:r>
              <a:rPr dirty="0" sz="3750"/>
              <a:t>s</a:t>
            </a:r>
            <a:r>
              <a:rPr dirty="0" u="none" sz="3750" spc="-295"/>
              <a:t> </a:t>
            </a:r>
            <a:r>
              <a:rPr dirty="0" sz="3750" spc="-105"/>
              <a:t>e</a:t>
            </a:r>
            <a:r>
              <a:rPr dirty="0" u="none" sz="3750" spc="-295"/>
              <a:t> </a:t>
            </a:r>
            <a:r>
              <a:rPr dirty="0" sz="3750"/>
              <a:t>ñ</a:t>
            </a:r>
            <a:r>
              <a:rPr dirty="0" u="none" sz="3750" spc="-295"/>
              <a:t> </a:t>
            </a:r>
            <a:r>
              <a:rPr dirty="0" sz="3750"/>
              <a:t>o</a:t>
            </a:r>
            <a:r>
              <a:rPr dirty="0" sz="3750" spc="819"/>
              <a:t> </a:t>
            </a:r>
            <a:r>
              <a:rPr dirty="0" u="none" sz="3750"/>
              <a:t>y</a:t>
            </a:r>
            <a:r>
              <a:rPr dirty="0" u="none" sz="3750" spc="145"/>
              <a:t>  </a:t>
            </a:r>
            <a:r>
              <a:rPr dirty="0" u="none" sz="3750" spc="-930"/>
              <a:t>p</a:t>
            </a:r>
            <a:r>
              <a:rPr dirty="0" sz="3750" spc="520"/>
              <a:t> </a:t>
            </a:r>
            <a:r>
              <a:rPr dirty="0" sz="3750"/>
              <a:t>r</a:t>
            </a:r>
            <a:r>
              <a:rPr dirty="0" u="none" sz="3750" spc="-295"/>
              <a:t> </a:t>
            </a:r>
            <a:r>
              <a:rPr dirty="0" sz="3750" spc="-30"/>
              <a:t>o</a:t>
            </a:r>
            <a:r>
              <a:rPr dirty="0" u="none" sz="3750" spc="-295"/>
              <a:t> </a:t>
            </a:r>
            <a:r>
              <a:rPr dirty="0" sz="3750" spc="-55"/>
              <a:t>t</a:t>
            </a:r>
            <a:r>
              <a:rPr dirty="0" u="none" sz="3750" spc="-295"/>
              <a:t> </a:t>
            </a:r>
            <a:r>
              <a:rPr dirty="0" sz="3750" spc="-30"/>
              <a:t>o</a:t>
            </a:r>
            <a:r>
              <a:rPr dirty="0" u="none" sz="3750" spc="-295"/>
              <a:t> </a:t>
            </a:r>
            <a:r>
              <a:rPr dirty="0" sz="3750" spc="-55"/>
              <a:t>t</a:t>
            </a:r>
            <a:r>
              <a:rPr dirty="0" u="none" sz="3750" spc="-295"/>
              <a:t> </a:t>
            </a:r>
            <a:r>
              <a:rPr dirty="0" sz="3750"/>
              <a:t>i</a:t>
            </a:r>
            <a:r>
              <a:rPr dirty="0" sz="3750" spc="-405"/>
              <a:t> </a:t>
            </a:r>
            <a:r>
              <a:rPr dirty="0" sz="3750" spc="-930"/>
              <a:t>p</a:t>
            </a:r>
            <a:r>
              <a:rPr dirty="0" sz="3750" spc="520"/>
              <a:t> </a:t>
            </a:r>
            <a:r>
              <a:rPr dirty="0" sz="3750" spc="-50"/>
              <a:t>o </a:t>
            </a:r>
            <a:endParaRPr sz="3750"/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37080" y="652827"/>
            <a:ext cx="4519845" cy="898207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40696" y="2251729"/>
            <a:ext cx="10300970" cy="400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3500"/>
              </a:lnSpc>
              <a:spcBef>
                <a:spcPts val="100"/>
              </a:spcBef>
            </a:pPr>
            <a:r>
              <a:rPr dirty="0" sz="4250">
                <a:latin typeface="Times New Roman"/>
                <a:cs typeface="Times New Roman"/>
              </a:rPr>
              <a:t>S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1365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v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i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d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n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c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i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a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á</a:t>
            </a:r>
            <a:r>
              <a:rPr dirty="0" sz="4250" spc="1365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l</a:t>
            </a:r>
            <a:r>
              <a:rPr dirty="0" sz="4250" spc="1365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c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a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t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á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l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o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g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o</a:t>
            </a:r>
            <a:r>
              <a:rPr dirty="0" sz="4250" spc="1365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f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i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l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t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a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b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l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 s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i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n</a:t>
            </a:r>
            <a:r>
              <a:rPr dirty="0" sz="4250" spc="1930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c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a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g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a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s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,</a:t>
            </a:r>
            <a:r>
              <a:rPr dirty="0" sz="4250" spc="1930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l</a:t>
            </a:r>
            <a:r>
              <a:rPr dirty="0" sz="4250" spc="1930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c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a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i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t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o</a:t>
            </a:r>
            <a:r>
              <a:rPr dirty="0" sz="4250" spc="1930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p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s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i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s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t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n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t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 y</a:t>
            </a:r>
            <a:r>
              <a:rPr dirty="0" sz="4250" spc="2245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l</a:t>
            </a:r>
            <a:r>
              <a:rPr dirty="0" sz="4250" spc="2245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p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o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c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s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o</a:t>
            </a:r>
            <a:r>
              <a:rPr dirty="0" sz="4250" spc="2245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s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g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u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o</a:t>
            </a:r>
            <a:r>
              <a:rPr dirty="0" sz="4250" spc="2245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d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2245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e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g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i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s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t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o</a:t>
            </a:r>
            <a:r>
              <a:rPr dirty="0" sz="4250" spc="2245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y c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o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m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p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r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a</a:t>
            </a:r>
            <a:r>
              <a:rPr dirty="0" sz="4250" spc="-459">
                <a:latin typeface="Times New Roman"/>
                <a:cs typeface="Times New Roman"/>
              </a:rPr>
              <a:t> </a:t>
            </a:r>
            <a:r>
              <a:rPr dirty="0" sz="4250">
                <a:latin typeface="Times New Roman"/>
                <a:cs typeface="Times New Roman"/>
              </a:rPr>
              <a:t>.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1877" y="6705178"/>
            <a:ext cx="6492240" cy="0"/>
          </a:xfrm>
          <a:custGeom>
            <a:avLst/>
            <a:gdLst/>
            <a:ahLst/>
            <a:cxnLst/>
            <a:rect l="l" t="t" r="r" b="b"/>
            <a:pathLst>
              <a:path w="6492240" h="0">
                <a:moveTo>
                  <a:pt x="0" y="0"/>
                </a:moveTo>
                <a:lnTo>
                  <a:pt x="649223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77562" y="1536150"/>
            <a:ext cx="6831330" cy="5975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4055" algn="l"/>
              </a:tabLst>
            </a:pPr>
            <a:r>
              <a:rPr dirty="0" u="none" baseline="2380" sz="5250" spc="-232"/>
              <a:t>9</a:t>
            </a:r>
            <a:r>
              <a:rPr dirty="0" u="none" baseline="2380" sz="5250" spc="-405"/>
              <a:t> </a:t>
            </a:r>
            <a:r>
              <a:rPr dirty="0" u="none" baseline="2380" sz="5250" spc="120"/>
              <a:t>.</a:t>
            </a:r>
            <a:r>
              <a:rPr dirty="0" u="none" baseline="2380" sz="5250"/>
              <a:t>	</a:t>
            </a:r>
            <a:r>
              <a:rPr dirty="0" sz="3750" spc="260"/>
              <a:t>D</a:t>
            </a:r>
            <a:r>
              <a:rPr dirty="0" u="none" sz="3750" spc="-290"/>
              <a:t> </a:t>
            </a:r>
            <a:r>
              <a:rPr dirty="0" sz="3750" spc="-105"/>
              <a:t>e</a:t>
            </a:r>
            <a:r>
              <a:rPr dirty="0" u="none" sz="3750" spc="-290"/>
              <a:t> </a:t>
            </a:r>
            <a:r>
              <a:rPr dirty="0" sz="3750"/>
              <a:t>m</a:t>
            </a:r>
            <a:r>
              <a:rPr dirty="0" u="none" sz="3750" spc="-285"/>
              <a:t> </a:t>
            </a:r>
            <a:r>
              <a:rPr dirty="0" sz="3750" spc="-30"/>
              <a:t>o</a:t>
            </a:r>
            <a:r>
              <a:rPr dirty="0" u="none" sz="3750" spc="-290"/>
              <a:t> </a:t>
            </a:r>
            <a:r>
              <a:rPr dirty="0" sz="3750"/>
              <a:t>s</a:t>
            </a:r>
            <a:r>
              <a:rPr dirty="0" u="none" sz="3750" spc="-290"/>
              <a:t> </a:t>
            </a:r>
            <a:r>
              <a:rPr dirty="0" sz="3750" spc="-55"/>
              <a:t>t</a:t>
            </a:r>
            <a:r>
              <a:rPr dirty="0" u="none" sz="3750" spc="-285"/>
              <a:t> </a:t>
            </a:r>
            <a:r>
              <a:rPr dirty="0" sz="3750"/>
              <a:t>r</a:t>
            </a:r>
            <a:r>
              <a:rPr dirty="0" u="none" sz="3750" spc="-290"/>
              <a:t> </a:t>
            </a:r>
            <a:r>
              <a:rPr dirty="0" sz="3750" spc="-90"/>
              <a:t>a</a:t>
            </a:r>
            <a:r>
              <a:rPr dirty="0" u="none" sz="3750" spc="-290"/>
              <a:t> </a:t>
            </a:r>
            <a:r>
              <a:rPr dirty="0" sz="3750" spc="85"/>
              <a:t>c</a:t>
            </a:r>
            <a:r>
              <a:rPr dirty="0" u="none" sz="3750" spc="-285"/>
              <a:t> </a:t>
            </a:r>
            <a:r>
              <a:rPr dirty="0" sz="3750"/>
              <a:t>i</a:t>
            </a:r>
            <a:r>
              <a:rPr dirty="0" u="none" sz="3750" spc="-290"/>
              <a:t> </a:t>
            </a:r>
            <a:r>
              <a:rPr dirty="0" sz="3750" spc="-30"/>
              <a:t>o</a:t>
            </a:r>
            <a:r>
              <a:rPr dirty="0" u="none" sz="3750" spc="-285"/>
              <a:t> </a:t>
            </a:r>
            <a:r>
              <a:rPr dirty="0" sz="3750"/>
              <a:t>n</a:t>
            </a:r>
            <a:r>
              <a:rPr dirty="0" sz="3750" spc="155"/>
              <a:t>  </a:t>
            </a:r>
            <a:r>
              <a:rPr dirty="0" sz="3750" spc="-105"/>
              <a:t>e</a:t>
            </a:r>
            <a:r>
              <a:rPr dirty="0" u="none" sz="3750" spc="-290"/>
              <a:t> </a:t>
            </a:r>
            <a:r>
              <a:rPr dirty="0" sz="3750"/>
              <a:t>n</a:t>
            </a:r>
            <a:r>
              <a:rPr dirty="0" sz="3750" spc="155"/>
              <a:t>  </a:t>
            </a:r>
            <a:r>
              <a:rPr dirty="0" sz="3750" spc="-105"/>
              <a:t>v</a:t>
            </a:r>
            <a:r>
              <a:rPr dirty="0" u="none" sz="3750" spc="-290"/>
              <a:t> </a:t>
            </a:r>
            <a:r>
              <a:rPr dirty="0" sz="3750"/>
              <a:t>i</a:t>
            </a:r>
            <a:r>
              <a:rPr dirty="0" u="none" sz="3750" spc="-285"/>
              <a:t> </a:t>
            </a:r>
            <a:r>
              <a:rPr dirty="0" sz="3750" spc="-105"/>
              <a:t>v</a:t>
            </a:r>
            <a:r>
              <a:rPr dirty="0" u="none" sz="3750" spc="-290"/>
              <a:t> </a:t>
            </a:r>
            <a:r>
              <a:rPr dirty="0" sz="3750" spc="-50"/>
              <a:t>o </a:t>
            </a:r>
            <a:endParaRPr sz="375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49502" y="3198589"/>
            <a:ext cx="6612255" cy="5549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58390" algn="l"/>
                <a:tab pos="5273040" algn="l"/>
                <a:tab pos="6119495" algn="l"/>
              </a:tabLst>
            </a:pPr>
            <a:r>
              <a:rPr dirty="0" sz="3450">
                <a:latin typeface="Times New Roman"/>
                <a:cs typeface="Times New Roman"/>
              </a:rPr>
              <a:t>H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M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L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5</a:t>
            </a:r>
            <a:r>
              <a:rPr dirty="0" sz="3450">
                <a:latin typeface="Times New Roman"/>
                <a:cs typeface="Times New Roman"/>
              </a:rPr>
              <a:t>	s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m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á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n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c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o</a:t>
            </a:r>
            <a:r>
              <a:rPr dirty="0" sz="3450">
                <a:latin typeface="Times New Roman"/>
                <a:cs typeface="Times New Roman"/>
              </a:rPr>
              <a:t>	</a:t>
            </a:r>
            <a:r>
              <a:rPr dirty="0" sz="3450" spc="-50">
                <a:latin typeface="Times New Roman"/>
                <a:cs typeface="Times New Roman"/>
              </a:rPr>
              <a:t>y</a:t>
            </a:r>
            <a:r>
              <a:rPr dirty="0" sz="3450">
                <a:latin typeface="Times New Roman"/>
                <a:cs typeface="Times New Roman"/>
              </a:rPr>
              <a:t>	J</a:t>
            </a:r>
            <a:r>
              <a:rPr dirty="0" sz="3450" spc="-36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S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15644" y="2912640"/>
            <a:ext cx="6083300" cy="1655445"/>
          </a:xfrm>
          <a:prstGeom prst="rect">
            <a:avLst/>
          </a:prstGeom>
        </p:spPr>
        <p:txBody>
          <a:bodyPr wrap="square" lIns="0" tIns="300990" rIns="0" bIns="0" rtlCol="0" vert="horz">
            <a:spAutoFit/>
          </a:bodyPr>
          <a:lstStyle/>
          <a:p>
            <a:pPr marL="506730">
              <a:lnSpc>
                <a:spcPct val="100000"/>
              </a:lnSpc>
              <a:spcBef>
                <a:spcPts val="2370"/>
              </a:spcBef>
            </a:pPr>
            <a:r>
              <a:rPr dirty="0" sz="3450">
                <a:latin typeface="Times New Roman"/>
                <a:cs typeface="Times New Roman"/>
              </a:rPr>
              <a:t>u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a</a:t>
            </a: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  <a:tabLst>
                <a:tab pos="2174875" algn="l"/>
                <a:tab pos="5517515" algn="l"/>
              </a:tabLst>
            </a:pPr>
            <a:r>
              <a:rPr dirty="0" sz="3450">
                <a:latin typeface="Times New Roman"/>
                <a:cs typeface="Times New Roman"/>
              </a:rPr>
              <a:t>(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c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.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j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,</a:t>
            </a:r>
            <a:r>
              <a:rPr dirty="0" sz="3450">
                <a:latin typeface="Times New Roman"/>
                <a:cs typeface="Times New Roman"/>
              </a:rPr>
              <a:t>	c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h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c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k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u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.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j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)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.</a:t>
            </a:r>
            <a:r>
              <a:rPr dirty="0" sz="3450">
                <a:latin typeface="Times New Roman"/>
                <a:cs typeface="Times New Roman"/>
              </a:rPr>
              <a:t>	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n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63663" y="2912640"/>
            <a:ext cx="3423920" cy="32854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5000"/>
              </a:lnSpc>
              <a:spcBef>
                <a:spcPts val="95"/>
              </a:spcBef>
              <a:tabLst>
                <a:tab pos="1092835" algn="l"/>
                <a:tab pos="1675764" algn="l"/>
              </a:tabLst>
            </a:pP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l</a:t>
            </a:r>
            <a:r>
              <a:rPr dirty="0" sz="3450">
                <a:latin typeface="Times New Roman"/>
                <a:cs typeface="Times New Roman"/>
              </a:rPr>
              <a:t>	F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n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-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n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d </a:t>
            </a:r>
            <a:r>
              <a:rPr dirty="0" sz="3450">
                <a:latin typeface="Times New Roman"/>
                <a:cs typeface="Times New Roman"/>
              </a:rPr>
              <a:t>m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u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l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z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o</a:t>
            </a:r>
            <a:r>
              <a:rPr dirty="0" sz="3450" spc="86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n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,</a:t>
            </a:r>
            <a:r>
              <a:rPr dirty="0" sz="3450">
                <a:latin typeface="Times New Roman"/>
                <a:cs typeface="Times New Roman"/>
              </a:rPr>
              <a:t>		N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.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j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s </a:t>
            </a:r>
            <a:r>
              <a:rPr dirty="0" sz="3450">
                <a:latin typeface="Times New Roman"/>
                <a:cs typeface="Times New Roman"/>
              </a:rPr>
              <a:t>m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l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w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s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2761" y="4542640"/>
            <a:ext cx="3709670" cy="1655445"/>
          </a:xfrm>
          <a:prstGeom prst="rect">
            <a:avLst/>
          </a:prstGeom>
        </p:spPr>
        <p:txBody>
          <a:bodyPr wrap="square" lIns="0" tIns="300990" rIns="0" bIns="0" rtlCol="0" vert="horz">
            <a:spAutoFit/>
          </a:bodyPr>
          <a:lstStyle/>
          <a:p>
            <a:pPr algn="ctr" marR="118745">
              <a:lnSpc>
                <a:spcPct val="100000"/>
              </a:lnSpc>
              <a:spcBef>
                <a:spcPts val="2370"/>
              </a:spcBef>
              <a:tabLst>
                <a:tab pos="949325" algn="l"/>
              </a:tabLst>
            </a:pPr>
            <a:r>
              <a:rPr dirty="0" sz="3450" spc="-50">
                <a:latin typeface="Times New Roman"/>
                <a:cs typeface="Times New Roman"/>
              </a:rPr>
              <a:t>y</a:t>
            </a:r>
            <a:r>
              <a:rPr dirty="0" sz="3450">
                <a:latin typeface="Times New Roman"/>
                <a:cs typeface="Times New Roman"/>
              </a:rPr>
              <a:t>	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x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p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s</a:t>
            </a: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  <a:tabLst>
                <a:tab pos="1789430" algn="l"/>
              </a:tabLst>
            </a:pPr>
            <a:r>
              <a:rPr dirty="0" sz="3450">
                <a:latin typeface="Times New Roman"/>
                <a:cs typeface="Times New Roman"/>
              </a:rPr>
              <a:t>p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60">
                <a:latin typeface="Times New Roman"/>
                <a:cs typeface="Times New Roman"/>
              </a:rPr>
              <a:t>a</a:t>
            </a:r>
            <a:r>
              <a:rPr dirty="0" sz="3450">
                <a:latin typeface="Times New Roman"/>
                <a:cs typeface="Times New Roman"/>
              </a:rPr>
              <a:t>	p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g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r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40816" y="4542640"/>
            <a:ext cx="1779270" cy="1655445"/>
          </a:xfrm>
          <a:prstGeom prst="rect">
            <a:avLst/>
          </a:prstGeom>
        </p:spPr>
        <p:txBody>
          <a:bodyPr wrap="square" lIns="0" tIns="300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70"/>
              </a:spcBef>
            </a:pP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p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n</a:t>
            </a:r>
            <a:endParaRPr sz="3450">
              <a:latin typeface="Times New Roman"/>
              <a:cs typeface="Times New Roman"/>
            </a:endParaRPr>
          </a:p>
          <a:p>
            <a:pPr marL="658495">
              <a:lnSpc>
                <a:spcPct val="100000"/>
              </a:lnSpc>
              <a:spcBef>
                <a:spcPts val="2280"/>
              </a:spcBef>
            </a:pP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u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s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82275" y="3727640"/>
            <a:ext cx="2079625" cy="2470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12700" marR="5080" indent="30480">
              <a:lnSpc>
                <a:spcPct val="155000"/>
              </a:lnSpc>
              <a:spcBef>
                <a:spcPts val="95"/>
              </a:spcBef>
              <a:tabLst>
                <a:tab pos="763270" algn="l"/>
              </a:tabLst>
            </a:pP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l</a:t>
            </a:r>
            <a:r>
              <a:rPr dirty="0" sz="3450">
                <a:latin typeface="Times New Roman"/>
                <a:cs typeface="Times New Roman"/>
              </a:rPr>
              <a:t>	B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c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k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- </a:t>
            </a:r>
            <a:r>
              <a:rPr dirty="0" sz="3450">
                <a:latin typeface="Times New Roman"/>
                <a:cs typeface="Times New Roman"/>
              </a:rPr>
              <a:t>m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n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e </a:t>
            </a:r>
            <a:r>
              <a:rPr dirty="0" sz="3450">
                <a:latin typeface="Times New Roman"/>
                <a:cs typeface="Times New Roman"/>
              </a:rPr>
              <a:t>c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í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c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60">
                <a:latin typeface="Times New Roman"/>
                <a:cs typeface="Times New Roman"/>
              </a:rPr>
              <a:t>s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3663" y="6172641"/>
            <a:ext cx="11897995" cy="1655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5000"/>
              </a:lnSpc>
              <a:spcBef>
                <a:spcPts val="95"/>
              </a:spcBef>
            </a:pPr>
            <a:r>
              <a:rPr dirty="0" sz="3450">
                <a:latin typeface="Times New Roman"/>
                <a:cs typeface="Times New Roman"/>
              </a:rPr>
              <a:t>(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g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,</a:t>
            </a:r>
            <a:r>
              <a:rPr dirty="0" sz="3450" spc="155">
                <a:latin typeface="Times New Roman"/>
                <a:cs typeface="Times New Roman"/>
              </a:rPr>
              <a:t>  </a:t>
            </a:r>
            <a:r>
              <a:rPr dirty="0" sz="3450">
                <a:latin typeface="Times New Roman"/>
                <a:cs typeface="Times New Roman"/>
              </a:rPr>
              <a:t>p</a:t>
            </a:r>
            <a:r>
              <a:rPr dirty="0" sz="3450" spc="-37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)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,</a:t>
            </a:r>
            <a:r>
              <a:rPr dirty="0" sz="3450" spc="155">
                <a:latin typeface="Times New Roman"/>
                <a:cs typeface="Times New Roman"/>
              </a:rPr>
              <a:t>  </a:t>
            </a:r>
            <a:r>
              <a:rPr dirty="0" sz="3450">
                <a:latin typeface="Times New Roman"/>
                <a:cs typeface="Times New Roman"/>
              </a:rPr>
              <a:t>u</a:t>
            </a:r>
            <a:r>
              <a:rPr dirty="0" sz="3450" spc="-37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n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155">
                <a:latin typeface="Times New Roman"/>
                <a:cs typeface="Times New Roman"/>
              </a:rPr>
              <a:t>  </a:t>
            </a:r>
            <a:r>
              <a:rPr dirty="0" sz="3450">
                <a:latin typeface="Times New Roman"/>
                <a:cs typeface="Times New Roman"/>
              </a:rPr>
              <a:t>J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N</a:t>
            </a:r>
            <a:r>
              <a:rPr dirty="0" sz="3450" spc="155">
                <a:latin typeface="Times New Roman"/>
                <a:cs typeface="Times New Roman"/>
              </a:rPr>
              <a:t>  </a:t>
            </a:r>
            <a:r>
              <a:rPr dirty="0" sz="3450">
                <a:latin typeface="Times New Roman"/>
                <a:cs typeface="Times New Roman"/>
              </a:rPr>
              <a:t>p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155">
                <a:latin typeface="Times New Roman"/>
                <a:cs typeface="Times New Roman"/>
              </a:rPr>
              <a:t>  </a:t>
            </a:r>
            <a:r>
              <a:rPr dirty="0" sz="3450">
                <a:latin typeface="Times New Roman"/>
                <a:cs typeface="Times New Roman"/>
              </a:rPr>
              <a:t>p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r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n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c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i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a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e</a:t>
            </a:r>
            <a:r>
              <a:rPr dirty="0" sz="3450" spc="65">
                <a:latin typeface="Times New Roman"/>
                <a:cs typeface="Times New Roman"/>
              </a:rPr>
              <a:t>  </a:t>
            </a:r>
            <a:r>
              <a:rPr dirty="0" sz="3450">
                <a:latin typeface="Times New Roman"/>
                <a:cs typeface="Times New Roman"/>
              </a:rPr>
              <a:t>d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a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t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o</a:t>
            </a:r>
            <a:r>
              <a:rPr dirty="0" sz="3450" spc="-370">
                <a:latin typeface="Times New Roman"/>
                <a:cs typeface="Times New Roman"/>
              </a:rPr>
              <a:t> </a:t>
            </a:r>
            <a:r>
              <a:rPr dirty="0" sz="3450">
                <a:latin typeface="Times New Roman"/>
                <a:cs typeface="Times New Roman"/>
              </a:rPr>
              <a:t>s</a:t>
            </a:r>
            <a:r>
              <a:rPr dirty="0" sz="3450" spc="-365">
                <a:latin typeface="Times New Roman"/>
                <a:cs typeface="Times New Roman"/>
              </a:rPr>
              <a:t> </a:t>
            </a:r>
            <a:r>
              <a:rPr dirty="0" sz="3450" spc="-50">
                <a:latin typeface="Times New Roman"/>
                <a:cs typeface="Times New Roman"/>
              </a:rPr>
              <a:t>.</a:t>
            </a:r>
            <a:endParaRPr sz="345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2119" y="1761744"/>
            <a:ext cx="6443471" cy="637031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783225" y="1787821"/>
            <a:ext cx="7190105" cy="5975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baseline="1587" sz="5250" spc="-1125"/>
              <a:t>1</a:t>
            </a:r>
            <a:r>
              <a:rPr dirty="0" u="none" baseline="1587" sz="5250" spc="-412"/>
              <a:t> </a:t>
            </a:r>
            <a:r>
              <a:rPr dirty="0" u="none" baseline="1587" sz="5250" spc="277"/>
              <a:t>0</a:t>
            </a:r>
            <a:r>
              <a:rPr dirty="0" u="none" baseline="1587" sz="5250" spc="-405"/>
              <a:t> </a:t>
            </a:r>
            <a:r>
              <a:rPr dirty="0" u="none" baseline="1587" sz="5250" spc="427"/>
              <a:t>.</a:t>
            </a:r>
            <a:r>
              <a:rPr dirty="0" sz="3750" spc="285"/>
              <a:t>E</a:t>
            </a:r>
            <a:r>
              <a:rPr dirty="0" sz="3750" spc="-290"/>
              <a:t> </a:t>
            </a:r>
            <a:r>
              <a:rPr dirty="0" sz="3750"/>
              <a:t>x</a:t>
            </a:r>
            <a:r>
              <a:rPr dirty="0" u="none" sz="3750" spc="-290"/>
              <a:t> </a:t>
            </a:r>
            <a:r>
              <a:rPr dirty="0" u="none" sz="3750" spc="-855"/>
              <a:t>p</a:t>
            </a:r>
            <a:r>
              <a:rPr dirty="0" sz="3750" spc="465"/>
              <a:t> </a:t>
            </a:r>
            <a:r>
              <a:rPr dirty="0" sz="3750"/>
              <a:t>l</a:t>
            </a:r>
            <a:r>
              <a:rPr dirty="0" sz="3750" spc="-295"/>
              <a:t> </a:t>
            </a:r>
            <a:r>
              <a:rPr dirty="0" sz="3750"/>
              <a:t>i</a:t>
            </a:r>
            <a:r>
              <a:rPr dirty="0" sz="3750" spc="-290"/>
              <a:t> </a:t>
            </a:r>
            <a:r>
              <a:rPr dirty="0" sz="3750" spc="85"/>
              <a:t>c</a:t>
            </a:r>
            <a:r>
              <a:rPr dirty="0" sz="3750" spc="-290"/>
              <a:t> </a:t>
            </a:r>
            <a:r>
              <a:rPr dirty="0" sz="3750" spc="-90"/>
              <a:t>a</a:t>
            </a:r>
            <a:r>
              <a:rPr dirty="0" sz="3750" spc="-290"/>
              <a:t> </a:t>
            </a:r>
            <a:r>
              <a:rPr dirty="0" sz="3750" spc="85"/>
              <a:t>c</a:t>
            </a:r>
            <a:r>
              <a:rPr dirty="0" sz="3750" spc="-290"/>
              <a:t> </a:t>
            </a:r>
            <a:r>
              <a:rPr dirty="0" sz="3750"/>
              <a:t>i</a:t>
            </a:r>
            <a:r>
              <a:rPr dirty="0" sz="3750" spc="-295"/>
              <a:t> </a:t>
            </a:r>
            <a:r>
              <a:rPr dirty="0" sz="3750" spc="-30"/>
              <a:t>o</a:t>
            </a:r>
            <a:r>
              <a:rPr dirty="0" sz="3750" spc="-290"/>
              <a:t> </a:t>
            </a:r>
            <a:r>
              <a:rPr dirty="0" sz="3750"/>
              <a:t>n</a:t>
            </a:r>
            <a:r>
              <a:rPr dirty="0" sz="3750" spc="155"/>
              <a:t>  </a:t>
            </a:r>
            <a:r>
              <a:rPr dirty="0" sz="3750"/>
              <a:t>d</a:t>
            </a:r>
            <a:r>
              <a:rPr dirty="0" sz="3750" spc="-300"/>
              <a:t> </a:t>
            </a:r>
            <a:r>
              <a:rPr dirty="0" sz="3750" spc="-105"/>
              <a:t>e</a:t>
            </a:r>
            <a:r>
              <a:rPr dirty="0" sz="3750" spc="-290"/>
              <a:t> </a:t>
            </a:r>
            <a:r>
              <a:rPr dirty="0" sz="3750"/>
              <a:t>l</a:t>
            </a:r>
            <a:r>
              <a:rPr dirty="0" sz="3750" spc="155"/>
              <a:t>  </a:t>
            </a:r>
            <a:r>
              <a:rPr dirty="0" sz="3750" spc="85"/>
              <a:t>c</a:t>
            </a:r>
            <a:r>
              <a:rPr dirty="0" sz="3750" spc="-300"/>
              <a:t> </a:t>
            </a:r>
            <a:r>
              <a:rPr dirty="0" sz="3750" spc="-30"/>
              <a:t>o</a:t>
            </a:r>
            <a:r>
              <a:rPr dirty="0" sz="3750" spc="-290"/>
              <a:t> </a:t>
            </a:r>
            <a:r>
              <a:rPr dirty="0" sz="3750"/>
              <a:t>d</a:t>
            </a:r>
            <a:r>
              <a:rPr dirty="0" sz="3750" spc="-290"/>
              <a:t> </a:t>
            </a:r>
            <a:r>
              <a:rPr dirty="0" sz="3750"/>
              <a:t>i</a:t>
            </a:r>
            <a:r>
              <a:rPr dirty="0" u="none" sz="3750" spc="-290"/>
              <a:t> </a:t>
            </a:r>
            <a:r>
              <a:rPr dirty="0" u="none" sz="3750" spc="225"/>
              <a:t>g</a:t>
            </a:r>
            <a:r>
              <a:rPr dirty="0" sz="3750" spc="-525"/>
              <a:t> </a:t>
            </a:r>
            <a:r>
              <a:rPr dirty="0" sz="3750" spc="-50"/>
              <a:t>o </a:t>
            </a:r>
            <a:endParaRPr sz="3750"/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1515" y="1861060"/>
            <a:ext cx="3038474" cy="65627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0820" y="1856309"/>
            <a:ext cx="2914649" cy="6572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6000" y="2277577"/>
            <a:ext cx="2789555" cy="1610995"/>
          </a:xfrm>
          <a:prstGeom prst="rect">
            <a:avLst/>
          </a:prstGeom>
        </p:spPr>
        <p:txBody>
          <a:bodyPr wrap="square" lIns="0" tIns="294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15"/>
              </a:spcBef>
              <a:tabLst>
                <a:tab pos="1426210" algn="l"/>
              </a:tabLst>
            </a:pP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-60">
                <a:latin typeface="Times New Roman"/>
                <a:cs typeface="Times New Roman"/>
              </a:rPr>
              <a:t>l</a:t>
            </a:r>
            <a:r>
              <a:rPr dirty="0" sz="3350">
                <a:latin typeface="Times New Roman"/>
                <a:cs typeface="Times New Roman"/>
              </a:rPr>
              <a:t>	f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l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u</a:t>
            </a:r>
            <a:r>
              <a:rPr dirty="0" sz="3350" spc="-35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j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 spc="-50">
                <a:latin typeface="Times New Roman"/>
                <a:cs typeface="Times New Roman"/>
              </a:rPr>
              <a:t>o</a:t>
            </a: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25"/>
              </a:spcBef>
            </a:pPr>
            <a:r>
              <a:rPr dirty="0" sz="3350">
                <a:latin typeface="Times New Roman"/>
                <a:cs typeface="Times New Roman"/>
              </a:rPr>
              <a:t>t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r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s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p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r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t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 spc="-50">
                <a:latin typeface="Times New Roman"/>
                <a:cs typeface="Times New Roman"/>
              </a:rPr>
              <a:t>a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4277393" y="2277577"/>
            <a:ext cx="6105525" cy="16109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77800">
              <a:lnSpc>
                <a:spcPct val="155300"/>
              </a:lnSpc>
              <a:spcBef>
                <a:spcPts val="90"/>
              </a:spcBef>
              <a:tabLst>
                <a:tab pos="1131570" algn="l"/>
                <a:tab pos="1628139" algn="l"/>
                <a:tab pos="3005455" algn="l"/>
                <a:tab pos="3616325" algn="l"/>
                <a:tab pos="3717290" algn="l"/>
                <a:tab pos="5721985" algn="l"/>
              </a:tabLst>
            </a:pPr>
            <a:r>
              <a:rPr dirty="0" sz="3350">
                <a:latin typeface="Times New Roman"/>
                <a:cs typeface="Times New Roman"/>
              </a:rPr>
              <a:t>d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-50">
                <a:latin typeface="Times New Roman"/>
                <a:cs typeface="Times New Roman"/>
              </a:rPr>
              <a:t>e</a:t>
            </a:r>
            <a:r>
              <a:rPr dirty="0" sz="3350">
                <a:latin typeface="Times New Roman"/>
                <a:cs typeface="Times New Roman"/>
              </a:rPr>
              <a:t>		p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g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-50">
                <a:latin typeface="Times New Roman"/>
                <a:cs typeface="Times New Roman"/>
              </a:rPr>
              <a:t>o</a:t>
            </a:r>
            <a:r>
              <a:rPr dirty="0" sz="3350">
                <a:latin typeface="Times New Roman"/>
                <a:cs typeface="Times New Roman"/>
              </a:rPr>
              <a:t>		(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C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h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c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k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u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t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 spc="-50">
                <a:latin typeface="Times New Roman"/>
                <a:cs typeface="Times New Roman"/>
              </a:rPr>
              <a:t>) </a:t>
            </a:r>
            <a:r>
              <a:rPr dirty="0" sz="3350">
                <a:latin typeface="Times New Roman"/>
                <a:cs typeface="Times New Roman"/>
              </a:rPr>
              <a:t>l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 spc="-50">
                <a:latin typeface="Times New Roman"/>
                <a:cs typeface="Times New Roman"/>
              </a:rPr>
              <a:t>s</a:t>
            </a:r>
            <a:r>
              <a:rPr dirty="0" sz="3350">
                <a:latin typeface="Times New Roman"/>
                <a:cs typeface="Times New Roman"/>
              </a:rPr>
              <a:t>	c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s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t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 spc="-50">
                <a:latin typeface="Times New Roman"/>
                <a:cs typeface="Times New Roman"/>
              </a:rPr>
              <a:t>s</a:t>
            </a:r>
            <a:r>
              <a:rPr dirty="0" sz="3350">
                <a:latin typeface="Times New Roman"/>
                <a:cs typeface="Times New Roman"/>
              </a:rPr>
              <a:t>	</a:t>
            </a:r>
            <a:r>
              <a:rPr dirty="0" sz="3350" spc="-50">
                <a:latin typeface="Times New Roman"/>
                <a:cs typeface="Times New Roman"/>
              </a:rPr>
              <a:t>y</a:t>
            </a:r>
            <a:r>
              <a:rPr dirty="0" sz="3350">
                <a:latin typeface="Times New Roman"/>
                <a:cs typeface="Times New Roman"/>
              </a:rPr>
              <a:t>		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g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i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l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i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z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 spc="-50">
                <a:latin typeface="Times New Roman"/>
                <a:cs typeface="Times New Roman"/>
              </a:rPr>
              <a:t>a</a:t>
            </a:r>
            <a:r>
              <a:rPr dirty="0" sz="3350">
                <a:latin typeface="Times New Roman"/>
                <a:cs typeface="Times New Roman"/>
              </a:rPr>
              <a:t>	l</a:t>
            </a:r>
            <a:r>
              <a:rPr dirty="0" sz="3350" spc="-355">
                <a:latin typeface="Times New Roman"/>
                <a:cs typeface="Times New Roman"/>
              </a:rPr>
              <a:t> </a:t>
            </a:r>
            <a:r>
              <a:rPr dirty="0" sz="3350" spc="-50">
                <a:latin typeface="Times New Roman"/>
                <a:cs typeface="Times New Roman"/>
              </a:rPr>
              <a:t>a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6000" y="3863082"/>
            <a:ext cx="9367520" cy="31965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55300"/>
              </a:lnSpc>
              <a:spcBef>
                <a:spcPts val="90"/>
              </a:spcBef>
            </a:pPr>
            <a:r>
              <a:rPr dirty="0" sz="3350" spc="10">
                <a:latin typeface="Times New Roman"/>
                <a:cs typeface="Times New Roman"/>
              </a:rPr>
              <a:t>r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c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p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l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c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ó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110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d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110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d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t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s</a:t>
            </a:r>
            <a:r>
              <a:rPr dirty="0" sz="3350" spc="110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d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110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v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í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.</a:t>
            </a:r>
            <a:r>
              <a:rPr dirty="0" sz="3350" spc="110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d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m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á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s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, 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l</a:t>
            </a:r>
            <a:r>
              <a:rPr dirty="0" sz="3350" spc="165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m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ó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d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u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l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165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d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165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U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b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c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c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s</a:t>
            </a:r>
            <a:r>
              <a:rPr dirty="0" sz="3350" spc="165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c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t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r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l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z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165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l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 </a:t>
            </a:r>
            <a:r>
              <a:rPr dirty="0" sz="3350" spc="5">
                <a:latin typeface="Times New Roman"/>
                <a:cs typeface="Times New Roman"/>
              </a:rPr>
              <a:t>t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d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208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f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í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s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c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208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y</a:t>
            </a:r>
            <a:r>
              <a:rPr dirty="0" sz="3350" spc="208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l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s</a:t>
            </a:r>
            <a:r>
              <a:rPr dirty="0" sz="3350" spc="208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v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t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s</a:t>
            </a:r>
            <a:r>
              <a:rPr dirty="0" sz="3350" spc="208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t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r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t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s</a:t>
            </a:r>
            <a:r>
              <a:rPr dirty="0" sz="3350" spc="5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m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d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t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9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m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p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s</a:t>
            </a:r>
            <a:r>
              <a:rPr dirty="0" sz="3350" spc="9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n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t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e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r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a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c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t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5">
                <a:latin typeface="Times New Roman"/>
                <a:cs typeface="Times New Roman"/>
              </a:rPr>
              <a:t>i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v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o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 spc="10">
                <a:latin typeface="Times New Roman"/>
                <a:cs typeface="Times New Roman"/>
              </a:rPr>
              <a:t>s</a:t>
            </a:r>
            <a:r>
              <a:rPr dirty="0" sz="3350" spc="-360">
                <a:latin typeface="Times New Roman"/>
                <a:cs typeface="Times New Roman"/>
              </a:rPr>
              <a:t> </a:t>
            </a:r>
            <a:r>
              <a:rPr dirty="0" sz="3350">
                <a:latin typeface="Times New Roman"/>
                <a:cs typeface="Times New Roman"/>
              </a:rPr>
              <a:t>.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437992" y="1458113"/>
            <a:ext cx="6598920" cy="5975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3500" spc="-750"/>
              <a:t>1</a:t>
            </a:r>
            <a:r>
              <a:rPr dirty="0" u="none" sz="3500" spc="-275"/>
              <a:t> </a:t>
            </a:r>
            <a:r>
              <a:rPr dirty="0" u="none" sz="3500" spc="-750"/>
              <a:t>1</a:t>
            </a:r>
            <a:r>
              <a:rPr dirty="0" u="none" sz="3500" spc="-270"/>
              <a:t> </a:t>
            </a:r>
            <a:r>
              <a:rPr dirty="0" u="none" sz="3500" spc="420"/>
              <a:t>.</a:t>
            </a:r>
            <a:r>
              <a:rPr dirty="0" spc="700"/>
              <a:t>C</a:t>
            </a:r>
            <a:r>
              <a:rPr dirty="0" spc="170"/>
              <a:t>a</a:t>
            </a:r>
            <a:r>
              <a:rPr dirty="0" spc="-290"/>
              <a:t> </a:t>
            </a:r>
            <a:r>
              <a:rPr dirty="0"/>
              <a:t>r</a:t>
            </a:r>
            <a:r>
              <a:rPr dirty="0" spc="-290"/>
              <a:t> </a:t>
            </a:r>
            <a:r>
              <a:rPr dirty="0" spc="-90"/>
              <a:t>a</a:t>
            </a:r>
            <a:r>
              <a:rPr dirty="0" spc="-290"/>
              <a:t> </a:t>
            </a:r>
            <a:r>
              <a:rPr dirty="0" spc="85"/>
              <a:t>c</a:t>
            </a:r>
            <a:r>
              <a:rPr dirty="0" spc="-290"/>
              <a:t> </a:t>
            </a:r>
            <a:r>
              <a:rPr dirty="0" spc="-55"/>
              <a:t>t</a:t>
            </a:r>
            <a:r>
              <a:rPr dirty="0" spc="-290"/>
              <a:t> </a:t>
            </a:r>
            <a:r>
              <a:rPr dirty="0" spc="-105"/>
              <a:t>e</a:t>
            </a:r>
            <a:r>
              <a:rPr dirty="0" spc="-290"/>
              <a:t> </a:t>
            </a:r>
            <a:r>
              <a:rPr dirty="0"/>
              <a:t>r</a:t>
            </a:r>
            <a:r>
              <a:rPr dirty="0" spc="-290"/>
              <a:t> </a:t>
            </a:r>
            <a:r>
              <a:rPr dirty="0"/>
              <a:t>i</a:t>
            </a:r>
            <a:r>
              <a:rPr dirty="0" spc="-290"/>
              <a:t> </a:t>
            </a:r>
            <a:r>
              <a:rPr dirty="0"/>
              <a:t>s</a:t>
            </a:r>
            <a:r>
              <a:rPr dirty="0" spc="-290"/>
              <a:t> </a:t>
            </a:r>
            <a:r>
              <a:rPr dirty="0" spc="-55"/>
              <a:t>t</a:t>
            </a:r>
            <a:r>
              <a:rPr dirty="0" spc="-290"/>
              <a:t> </a:t>
            </a:r>
            <a:r>
              <a:rPr dirty="0"/>
              <a:t>i</a:t>
            </a:r>
            <a:r>
              <a:rPr dirty="0" spc="-285"/>
              <a:t> </a:t>
            </a:r>
            <a:r>
              <a:rPr dirty="0" spc="85"/>
              <a:t>c</a:t>
            </a:r>
            <a:r>
              <a:rPr dirty="0" spc="-290"/>
              <a:t> </a:t>
            </a:r>
            <a:r>
              <a:rPr dirty="0" spc="-90"/>
              <a:t>a</a:t>
            </a:r>
            <a:r>
              <a:rPr dirty="0" spc="-290"/>
              <a:t> </a:t>
            </a:r>
            <a:r>
              <a:rPr dirty="0"/>
              <a:t>s</a:t>
            </a:r>
            <a:r>
              <a:rPr dirty="0" spc="150"/>
              <a:t>  </a:t>
            </a:r>
            <a:r>
              <a:rPr dirty="0" spc="85"/>
              <a:t>c</a:t>
            </a:r>
            <a:r>
              <a:rPr dirty="0" spc="-290"/>
              <a:t> </a:t>
            </a:r>
            <a:r>
              <a:rPr dirty="0"/>
              <a:t>l</a:t>
            </a:r>
            <a:r>
              <a:rPr dirty="0" spc="-290"/>
              <a:t> </a:t>
            </a:r>
            <a:r>
              <a:rPr dirty="0" spc="-90"/>
              <a:t>a</a:t>
            </a:r>
            <a:r>
              <a:rPr dirty="0" spc="-290"/>
              <a:t> </a:t>
            </a:r>
            <a:r>
              <a:rPr dirty="0" spc="-105"/>
              <a:t>v</a:t>
            </a:r>
            <a:r>
              <a:rPr dirty="0" spc="-290"/>
              <a:t> </a:t>
            </a:r>
            <a:r>
              <a:rPr dirty="0" spc="-50"/>
              <a:t>e </a:t>
            </a:r>
            <a:endParaRPr sz="3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4226" y="1585508"/>
            <a:ext cx="6645072" cy="65722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47458" y="2420935"/>
            <a:ext cx="7178040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654935" algn="l"/>
                <a:tab pos="3721100" algn="l"/>
                <a:tab pos="5882640" algn="l"/>
              </a:tabLst>
            </a:pPr>
            <a:r>
              <a:rPr dirty="0" sz="3300">
                <a:latin typeface="Times New Roman"/>
                <a:cs typeface="Times New Roman"/>
              </a:rPr>
              <a:t>V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s</a:t>
            </a:r>
            <a:r>
              <a:rPr dirty="0" sz="3300">
                <a:latin typeface="Times New Roman"/>
                <a:cs typeface="Times New Roman"/>
              </a:rPr>
              <a:t>	c</a:t>
            </a:r>
            <a:r>
              <a:rPr dirty="0" sz="3300" spc="-36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60">
                <a:latin typeface="Times New Roman"/>
                <a:cs typeface="Times New Roman"/>
              </a:rPr>
              <a:t>n</a:t>
            </a:r>
            <a:r>
              <a:rPr dirty="0" sz="3300">
                <a:latin typeface="Times New Roman"/>
                <a:cs typeface="Times New Roman"/>
              </a:rPr>
              <a:t>	u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s</a:t>
            </a:r>
            <a:r>
              <a:rPr dirty="0" sz="3300">
                <a:latin typeface="Times New Roman"/>
                <a:cs typeface="Times New Roman"/>
              </a:rPr>
              <a:t>	r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8538040" y="2420935"/>
            <a:ext cx="1456055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078865" algn="l"/>
              </a:tabLst>
            </a:pPr>
            <a:r>
              <a:rPr dirty="0" sz="3300">
                <a:latin typeface="Times New Roman"/>
                <a:cs typeface="Times New Roman"/>
              </a:rPr>
              <a:t>q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e</a:t>
            </a:r>
            <a:r>
              <a:rPr dirty="0" sz="3300">
                <a:latin typeface="Times New Roman"/>
                <a:cs typeface="Times New Roman"/>
              </a:rPr>
              <a:t>	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l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7458" y="3197991"/>
            <a:ext cx="6372225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562735" algn="l"/>
                <a:tab pos="3442970" algn="l"/>
                <a:tab pos="4017645" algn="l"/>
                <a:tab pos="4993640" algn="l"/>
              </a:tabLst>
            </a:pPr>
            <a:r>
              <a:rPr dirty="0" sz="3300">
                <a:latin typeface="Times New Roman"/>
                <a:cs typeface="Times New Roman"/>
              </a:rPr>
              <a:t>M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o</a:t>
            </a:r>
            <a:r>
              <a:rPr dirty="0" sz="3300">
                <a:latin typeface="Times New Roman"/>
                <a:cs typeface="Times New Roman"/>
              </a:rPr>
              <a:t>	O</a:t>
            </a:r>
            <a:r>
              <a:rPr dirty="0" sz="3300" spc="-36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o</a:t>
            </a:r>
            <a:r>
              <a:rPr dirty="0" sz="3300">
                <a:latin typeface="Times New Roman"/>
                <a:cs typeface="Times New Roman"/>
              </a:rPr>
              <a:t>	</a:t>
            </a:r>
            <a:r>
              <a:rPr dirty="0" sz="3300" spc="-50">
                <a:latin typeface="Times New Roman"/>
                <a:cs typeface="Times New Roman"/>
              </a:rPr>
              <a:t>y</a:t>
            </a:r>
            <a:r>
              <a:rPr dirty="0" sz="3300">
                <a:latin typeface="Times New Roman"/>
                <a:cs typeface="Times New Roman"/>
              </a:rPr>
              <a:t>	l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s</a:t>
            </a:r>
            <a:r>
              <a:rPr dirty="0" sz="3300">
                <a:latin typeface="Times New Roman"/>
                <a:cs typeface="Times New Roman"/>
              </a:rPr>
              <a:t>	f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7458" y="3703545"/>
            <a:ext cx="2670175" cy="1579880"/>
          </a:xfrm>
          <a:prstGeom prst="rect">
            <a:avLst/>
          </a:prstGeom>
        </p:spPr>
        <p:txBody>
          <a:bodyPr wrap="square" lIns="0" tIns="286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5"/>
              </a:spcBef>
            </a:pP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j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n</a:t>
            </a: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55"/>
              </a:spcBef>
            </a:pP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g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6223" y="3703545"/>
            <a:ext cx="3650615" cy="1579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7780">
              <a:lnSpc>
                <a:spcPct val="154500"/>
              </a:lnSpc>
              <a:spcBef>
                <a:spcPts val="95"/>
              </a:spcBef>
              <a:tabLst>
                <a:tab pos="720090" algn="l"/>
                <a:tab pos="1308100" algn="l"/>
                <a:tab pos="3056255" algn="l"/>
              </a:tabLst>
            </a:pPr>
            <a:r>
              <a:rPr dirty="0" sz="3300">
                <a:latin typeface="Times New Roman"/>
                <a:cs typeface="Times New Roman"/>
              </a:rPr>
              <a:t>l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 spc="-60">
                <a:latin typeface="Times New Roman"/>
                <a:cs typeface="Times New Roman"/>
              </a:rPr>
              <a:t>a</a:t>
            </a:r>
            <a:r>
              <a:rPr dirty="0" sz="3300">
                <a:latin typeface="Times New Roman"/>
                <a:cs typeface="Times New Roman"/>
              </a:rPr>
              <a:t>		t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a</a:t>
            </a:r>
            <a:r>
              <a:rPr dirty="0" sz="3300">
                <a:latin typeface="Times New Roman"/>
                <a:cs typeface="Times New Roman"/>
              </a:rPr>
              <a:t>	d</a:t>
            </a:r>
            <a:r>
              <a:rPr dirty="0" sz="3300" spc="-36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e </a:t>
            </a:r>
            <a:r>
              <a:rPr dirty="0" sz="3300">
                <a:latin typeface="Times New Roman"/>
                <a:cs typeface="Times New Roman"/>
              </a:rPr>
              <a:t>l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a</a:t>
            </a:r>
            <a:r>
              <a:rPr dirty="0" sz="3300">
                <a:latin typeface="Times New Roman"/>
                <a:cs typeface="Times New Roman"/>
              </a:rPr>
              <a:t>	a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l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d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8093" y="2926490"/>
            <a:ext cx="2235835" cy="2357120"/>
          </a:xfrm>
          <a:prstGeom prst="rect">
            <a:avLst/>
          </a:prstGeom>
        </p:spPr>
        <p:txBody>
          <a:bodyPr wrap="square" lIns="0" tIns="28638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255"/>
              </a:spcBef>
            </a:pP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á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m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c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s</a:t>
            </a:r>
            <a:endParaRPr sz="3300">
              <a:latin typeface="Times New Roman"/>
              <a:cs typeface="Times New Roman"/>
            </a:endParaRPr>
          </a:p>
          <a:p>
            <a:pPr algn="r" marL="259715" marR="5080" indent="445770">
              <a:lnSpc>
                <a:spcPct val="154500"/>
              </a:lnSpc>
            </a:pP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b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. </a:t>
            </a:r>
            <a:r>
              <a:rPr dirty="0" sz="3300">
                <a:latin typeface="Times New Roman"/>
                <a:cs typeface="Times New Roman"/>
              </a:rPr>
              <a:t>m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e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7458" y="5257656"/>
            <a:ext cx="2235835" cy="1579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4500"/>
              </a:lnSpc>
              <a:spcBef>
                <a:spcPts val="95"/>
              </a:spcBef>
            </a:pP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q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s</a:t>
            </a:r>
            <a:r>
              <a:rPr dirty="0" sz="3300" spc="82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p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o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02209" y="5257656"/>
            <a:ext cx="4879340" cy="1579880"/>
          </a:xfrm>
          <a:prstGeom prst="rect">
            <a:avLst/>
          </a:prstGeom>
        </p:spPr>
        <p:txBody>
          <a:bodyPr wrap="square" lIns="0" tIns="286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5"/>
              </a:spcBef>
              <a:tabLst>
                <a:tab pos="1700530" algn="l"/>
                <a:tab pos="2389505" algn="l"/>
              </a:tabLst>
            </a:pP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A</a:t>
            </a:r>
            <a:r>
              <a:rPr dirty="0" sz="3300">
                <a:latin typeface="Times New Roman"/>
                <a:cs typeface="Times New Roman"/>
              </a:rPr>
              <a:t>	</a:t>
            </a:r>
            <a:r>
              <a:rPr dirty="0" sz="3300" spc="-50">
                <a:latin typeface="Times New Roman"/>
                <a:cs typeface="Times New Roman"/>
              </a:rPr>
              <a:t>y</a:t>
            </a:r>
            <a:r>
              <a:rPr dirty="0" sz="3300">
                <a:latin typeface="Times New Roman"/>
                <a:cs typeface="Times New Roman"/>
              </a:rPr>
              <a:t>	c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e</a:t>
            </a:r>
            <a:endParaRPr sz="3300">
              <a:latin typeface="Times New Roman"/>
              <a:cs typeface="Times New Roman"/>
            </a:endParaRPr>
          </a:p>
          <a:p>
            <a:pPr algn="ctr" marL="910590">
              <a:lnSpc>
                <a:spcPct val="100000"/>
              </a:lnSpc>
              <a:spcBef>
                <a:spcPts val="2155"/>
              </a:spcBef>
              <a:tabLst>
                <a:tab pos="2653030" algn="l"/>
              </a:tabLst>
            </a:pPr>
            <a:r>
              <a:rPr dirty="0" sz="3300">
                <a:latin typeface="Times New Roman"/>
                <a:cs typeface="Times New Roman"/>
              </a:rPr>
              <a:t>l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s</a:t>
            </a:r>
            <a:r>
              <a:rPr dirty="0" sz="3300">
                <a:latin typeface="Times New Roman"/>
                <a:cs typeface="Times New Roman"/>
              </a:rPr>
              <a:t>	a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r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í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a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s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7527" y="5257656"/>
            <a:ext cx="1636395" cy="1579880"/>
          </a:xfrm>
          <a:prstGeom prst="rect">
            <a:avLst/>
          </a:prstGeom>
        </p:spPr>
        <p:txBody>
          <a:bodyPr wrap="square" lIns="0" tIns="28638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255"/>
              </a:spcBef>
            </a:pP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ó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n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,</a:t>
            </a:r>
            <a:endParaRPr sz="33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2155"/>
              </a:spcBef>
            </a:pPr>
            <a:r>
              <a:rPr dirty="0" sz="3300">
                <a:latin typeface="Times New Roman"/>
                <a:cs typeface="Times New Roman"/>
              </a:rPr>
              <a:t>d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e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47458" y="7083269"/>
            <a:ext cx="2625090" cy="5314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300">
                <a:latin typeface="Times New Roman"/>
                <a:cs typeface="Times New Roman"/>
              </a:rPr>
              <a:t>L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i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g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h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t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h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o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u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s</a:t>
            </a:r>
            <a:r>
              <a:rPr dirty="0" sz="3300" spc="-350">
                <a:latin typeface="Times New Roman"/>
                <a:cs typeface="Times New Roman"/>
              </a:rPr>
              <a:t> </a:t>
            </a:r>
            <a:r>
              <a:rPr dirty="0" sz="3300">
                <a:latin typeface="Times New Roman"/>
                <a:cs typeface="Times New Roman"/>
              </a:rPr>
              <a:t>e</a:t>
            </a:r>
            <a:r>
              <a:rPr dirty="0" sz="3300" spc="-355">
                <a:latin typeface="Times New Roman"/>
                <a:cs typeface="Times New Roman"/>
              </a:rPr>
              <a:t> </a:t>
            </a:r>
            <a:r>
              <a:rPr dirty="0" sz="3300" spc="-50">
                <a:latin typeface="Times New Roman"/>
                <a:cs typeface="Times New Roman"/>
              </a:rPr>
              <a:t>.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729039" y="407047"/>
            <a:ext cx="6748780" cy="17970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17015" marR="5080" indent="-1504950">
              <a:lnSpc>
                <a:spcPct val="155000"/>
              </a:lnSpc>
              <a:spcBef>
                <a:spcPts val="100"/>
              </a:spcBef>
            </a:pPr>
            <a:r>
              <a:rPr dirty="0" u="none" baseline="3174" sz="5250" spc="-1125"/>
              <a:t>1</a:t>
            </a:r>
            <a:r>
              <a:rPr dirty="0" u="none" baseline="3174" sz="5250" spc="-390"/>
              <a:t> </a:t>
            </a:r>
            <a:r>
              <a:rPr dirty="0" u="none" cap="small" baseline="3174" sz="5250" spc="-382"/>
              <a:t>2</a:t>
            </a:r>
            <a:r>
              <a:rPr dirty="0" u="none" baseline="3174" sz="5250" spc="-390"/>
              <a:t> </a:t>
            </a:r>
            <a:r>
              <a:rPr dirty="0" u="none" baseline="3174" sz="5250" spc="-127"/>
              <a:t>.</a:t>
            </a:r>
            <a:r>
              <a:rPr dirty="0" sz="3750" spc="-85"/>
              <a:t>P</a:t>
            </a:r>
            <a:r>
              <a:rPr dirty="0" sz="3750" spc="-275"/>
              <a:t> </a:t>
            </a:r>
            <a:r>
              <a:rPr dirty="0" sz="3750"/>
              <a:t>r</a:t>
            </a:r>
            <a:r>
              <a:rPr dirty="0" sz="3750" spc="-275"/>
              <a:t> </a:t>
            </a:r>
            <a:r>
              <a:rPr dirty="0" sz="3750"/>
              <a:t>u</a:t>
            </a:r>
            <a:r>
              <a:rPr dirty="0" sz="3750" spc="-275"/>
              <a:t> </a:t>
            </a:r>
            <a:r>
              <a:rPr dirty="0" sz="3750" spc="-105"/>
              <a:t>e</a:t>
            </a:r>
            <a:r>
              <a:rPr dirty="0" sz="3750" spc="-275"/>
              <a:t> </a:t>
            </a:r>
            <a:r>
              <a:rPr dirty="0" sz="3750" spc="-30"/>
              <a:t>b</a:t>
            </a:r>
            <a:r>
              <a:rPr dirty="0" sz="3750" spc="-275"/>
              <a:t> </a:t>
            </a:r>
            <a:r>
              <a:rPr dirty="0" sz="3750" spc="-90"/>
              <a:t>a</a:t>
            </a:r>
            <a:r>
              <a:rPr dirty="0" sz="3750" spc="-275"/>
              <a:t> </a:t>
            </a:r>
            <a:r>
              <a:rPr dirty="0" sz="3750"/>
              <a:t>s</a:t>
            </a:r>
            <a:r>
              <a:rPr dirty="0" sz="3750" spc="180"/>
              <a:t>  </a:t>
            </a:r>
            <a:r>
              <a:rPr dirty="0" sz="3750" spc="85"/>
              <a:t>c</a:t>
            </a:r>
            <a:r>
              <a:rPr dirty="0" sz="3750" spc="-275"/>
              <a:t> </a:t>
            </a:r>
            <a:r>
              <a:rPr dirty="0" sz="3750" spc="-30"/>
              <a:t>o</a:t>
            </a:r>
            <a:r>
              <a:rPr dirty="0" sz="3750" spc="-275"/>
              <a:t> </a:t>
            </a:r>
            <a:r>
              <a:rPr dirty="0" sz="3750"/>
              <a:t>n</a:t>
            </a:r>
            <a:r>
              <a:rPr dirty="0" sz="3750" spc="180"/>
              <a:t>  </a:t>
            </a:r>
            <a:r>
              <a:rPr dirty="0" sz="3750"/>
              <a:t>U</a:t>
            </a:r>
            <a:r>
              <a:rPr dirty="0" sz="3750" spc="-275"/>
              <a:t> </a:t>
            </a:r>
            <a:r>
              <a:rPr dirty="0" sz="3750"/>
              <a:t>s</a:t>
            </a:r>
            <a:r>
              <a:rPr dirty="0" sz="3750" spc="-275"/>
              <a:t> </a:t>
            </a:r>
            <a:r>
              <a:rPr dirty="0" sz="3750"/>
              <a:t>u</a:t>
            </a:r>
            <a:r>
              <a:rPr dirty="0" sz="3750" spc="-275"/>
              <a:t> </a:t>
            </a:r>
            <a:r>
              <a:rPr dirty="0" sz="3750" spc="-90"/>
              <a:t>a</a:t>
            </a:r>
            <a:r>
              <a:rPr dirty="0" sz="3750" spc="-275"/>
              <a:t> </a:t>
            </a:r>
            <a:r>
              <a:rPr dirty="0" sz="3750"/>
              <a:t>r</a:t>
            </a:r>
            <a:r>
              <a:rPr dirty="0" sz="3750" spc="-275"/>
              <a:t> </a:t>
            </a:r>
            <a:r>
              <a:rPr dirty="0" sz="3750"/>
              <a:t>i</a:t>
            </a:r>
            <a:r>
              <a:rPr dirty="0" sz="3750" spc="-275"/>
              <a:t> </a:t>
            </a:r>
            <a:r>
              <a:rPr dirty="0" sz="3750" spc="-30"/>
              <a:t>o</a:t>
            </a:r>
            <a:r>
              <a:rPr dirty="0" sz="3750" spc="-275"/>
              <a:t> </a:t>
            </a:r>
            <a:r>
              <a:rPr dirty="0" sz="3750" spc="-290"/>
              <a:t>s</a:t>
            </a:r>
            <a:r>
              <a:rPr dirty="0" sz="3750" spc="-275"/>
              <a:t> </a:t>
            </a:r>
            <a:r>
              <a:rPr dirty="0" u="none" sz="3750" spc="-275"/>
              <a:t> </a:t>
            </a:r>
            <a:r>
              <a:rPr dirty="0" u="none" sz="3750" spc="-610"/>
              <a:t>y</a:t>
            </a:r>
            <a:r>
              <a:rPr dirty="0" sz="3750" spc="380"/>
              <a:t>  </a:t>
            </a:r>
            <a:r>
              <a:rPr dirty="0" sz="3750"/>
              <a:t>A</a:t>
            </a:r>
            <a:r>
              <a:rPr dirty="0" sz="3750" spc="-290"/>
              <a:t> </a:t>
            </a:r>
            <a:r>
              <a:rPr dirty="0" sz="3750" spc="85"/>
              <a:t>c</a:t>
            </a:r>
            <a:r>
              <a:rPr dirty="0" sz="3750" spc="-290"/>
              <a:t> </a:t>
            </a:r>
            <a:r>
              <a:rPr dirty="0" sz="3750" spc="85"/>
              <a:t>c</a:t>
            </a:r>
            <a:r>
              <a:rPr dirty="0" sz="3750" spc="-290"/>
              <a:t> </a:t>
            </a:r>
            <a:r>
              <a:rPr dirty="0" sz="3750" spc="-105"/>
              <a:t>e</a:t>
            </a:r>
            <a:r>
              <a:rPr dirty="0" sz="3750" spc="-290"/>
              <a:t> </a:t>
            </a:r>
            <a:r>
              <a:rPr dirty="0" sz="3750"/>
              <a:t>s</a:t>
            </a:r>
            <a:r>
              <a:rPr dirty="0" sz="3750" spc="-290"/>
              <a:t> </a:t>
            </a:r>
            <a:r>
              <a:rPr dirty="0" sz="3750"/>
              <a:t>i</a:t>
            </a:r>
            <a:r>
              <a:rPr dirty="0" sz="3750" spc="-290"/>
              <a:t> </a:t>
            </a:r>
            <a:r>
              <a:rPr dirty="0" sz="3750" spc="-30"/>
              <a:t>b</a:t>
            </a:r>
            <a:r>
              <a:rPr dirty="0" sz="3750" spc="-290"/>
              <a:t> </a:t>
            </a:r>
            <a:r>
              <a:rPr dirty="0" sz="3750"/>
              <a:t>i</a:t>
            </a:r>
            <a:r>
              <a:rPr dirty="0" sz="3750" spc="-290"/>
              <a:t> </a:t>
            </a:r>
            <a:r>
              <a:rPr dirty="0" sz="3750"/>
              <a:t>l</a:t>
            </a:r>
            <a:r>
              <a:rPr dirty="0" sz="3750" spc="-290"/>
              <a:t> </a:t>
            </a:r>
            <a:r>
              <a:rPr dirty="0" sz="3750"/>
              <a:t>i</a:t>
            </a:r>
            <a:r>
              <a:rPr dirty="0" sz="3750" spc="-290"/>
              <a:t> </a:t>
            </a:r>
            <a:r>
              <a:rPr dirty="0" sz="3750"/>
              <a:t>d</a:t>
            </a:r>
            <a:r>
              <a:rPr dirty="0" sz="3750" spc="-290"/>
              <a:t> </a:t>
            </a:r>
            <a:r>
              <a:rPr dirty="0" sz="3750" spc="-90"/>
              <a:t>a</a:t>
            </a:r>
            <a:r>
              <a:rPr dirty="0" sz="3750" spc="-285"/>
              <a:t> </a:t>
            </a:r>
            <a:r>
              <a:rPr dirty="0" sz="3750" spc="-50"/>
              <a:t>d </a:t>
            </a:r>
            <a:endParaRPr sz="37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7984" y="3168470"/>
            <a:ext cx="728154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69315" algn="l"/>
                <a:tab pos="3977640" algn="l"/>
                <a:tab pos="5987415" algn="l"/>
              </a:tabLst>
            </a:pPr>
            <a:r>
              <a:rPr dirty="0" sz="2550">
                <a:latin typeface="Times New Roman"/>
                <a:cs typeface="Times New Roman"/>
              </a:rPr>
              <a:t>L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a</a:t>
            </a:r>
            <a:r>
              <a:rPr dirty="0" sz="2550">
                <a:latin typeface="Times New Roman"/>
                <a:cs typeface="Times New Roman"/>
              </a:rPr>
              <a:t>	m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d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u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z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c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ó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n</a:t>
            </a:r>
            <a:r>
              <a:rPr dirty="0" sz="2550">
                <a:latin typeface="Times New Roman"/>
                <a:cs typeface="Times New Roman"/>
              </a:rPr>
              <a:t>	t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m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p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a</a:t>
            </a:r>
            <a:r>
              <a:rPr dirty="0" sz="2550">
                <a:latin typeface="Times New Roman"/>
                <a:cs typeface="Times New Roman"/>
              </a:rPr>
              <a:t>	p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v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o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984" y="3561893"/>
            <a:ext cx="4664710" cy="1240790"/>
          </a:xfrm>
          <a:prstGeom prst="rect">
            <a:avLst/>
          </a:prstGeom>
        </p:spPr>
        <p:txBody>
          <a:bodyPr wrap="square" lIns="0" tIns="2305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14"/>
              </a:spcBef>
              <a:tabLst>
                <a:tab pos="1892300" algn="l"/>
                <a:tab pos="4487545" algn="l"/>
              </a:tabLst>
            </a:pPr>
            <a:r>
              <a:rPr dirty="0" sz="2550">
                <a:latin typeface="Times New Roman"/>
                <a:cs typeface="Times New Roman"/>
              </a:rPr>
              <a:t>b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q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u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s</a:t>
            </a:r>
            <a:r>
              <a:rPr dirty="0" sz="2550">
                <a:latin typeface="Times New Roman"/>
                <a:cs typeface="Times New Roman"/>
              </a:rPr>
              <a:t>	m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í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c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s</a:t>
            </a:r>
            <a:r>
              <a:rPr dirty="0" sz="2550">
                <a:latin typeface="Times New Roman"/>
                <a:cs typeface="Times New Roman"/>
              </a:rPr>
              <a:t>	</a:t>
            </a:r>
            <a:r>
              <a:rPr dirty="0" sz="2550" spc="-50">
                <a:latin typeface="Times New Roman"/>
                <a:cs typeface="Times New Roman"/>
              </a:rPr>
              <a:t>y</a:t>
            </a: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</a:pPr>
            <a:r>
              <a:rPr dirty="0" sz="2550">
                <a:latin typeface="Times New Roman"/>
                <a:cs typeface="Times New Roman"/>
              </a:rPr>
              <a:t>c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c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c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ó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n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9644" y="3561893"/>
            <a:ext cx="2129790" cy="1240790"/>
          </a:xfrm>
          <a:prstGeom prst="rect">
            <a:avLst/>
          </a:prstGeom>
        </p:spPr>
        <p:txBody>
          <a:bodyPr wrap="square" lIns="0" tIns="230504" rIns="0" bIns="0" rtlCol="0" vert="horz">
            <a:spAutoFit/>
          </a:bodyPr>
          <a:lstStyle/>
          <a:p>
            <a:pPr marL="80645">
              <a:lnSpc>
                <a:spcPct val="100000"/>
              </a:lnSpc>
              <a:spcBef>
                <a:spcPts val="1814"/>
              </a:spcBef>
              <a:tabLst>
                <a:tab pos="1833245" algn="l"/>
              </a:tabLst>
            </a:pP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g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z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ó</a:t>
            </a:r>
            <a:r>
              <a:rPr dirty="0" sz="2550">
                <a:latin typeface="Times New Roman"/>
                <a:cs typeface="Times New Roman"/>
              </a:rPr>
              <a:t>	l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a</a:t>
            </a: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25"/>
              </a:spcBef>
              <a:tabLst>
                <a:tab pos="1833245" algn="l"/>
              </a:tabLst>
            </a:pP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r</a:t>
            </a:r>
            <a:r>
              <a:rPr dirty="0" sz="2550">
                <a:latin typeface="Times New Roman"/>
                <a:cs typeface="Times New Roman"/>
              </a:rPr>
              <a:t>	l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a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98468" y="4169576"/>
            <a:ext cx="2318385" cy="1240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59690">
              <a:lnSpc>
                <a:spcPct val="156400"/>
              </a:lnSpc>
              <a:spcBef>
                <a:spcPts val="90"/>
              </a:spcBef>
              <a:tabLst>
                <a:tab pos="692785" algn="l"/>
                <a:tab pos="986790" algn="l"/>
              </a:tabLst>
            </a:pPr>
            <a:r>
              <a:rPr dirty="0" sz="2550">
                <a:latin typeface="Times New Roman"/>
                <a:cs typeface="Times New Roman"/>
              </a:rPr>
              <a:t>d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e</a:t>
            </a:r>
            <a:r>
              <a:rPr dirty="0" sz="2550">
                <a:latin typeface="Times New Roman"/>
                <a:cs typeface="Times New Roman"/>
              </a:rPr>
              <a:t>		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. </a:t>
            </a:r>
            <a:r>
              <a:rPr dirty="0" sz="2550">
                <a:latin typeface="Times New Roman"/>
                <a:cs typeface="Times New Roman"/>
              </a:rPr>
              <a:t>d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e</a:t>
            </a:r>
            <a:r>
              <a:rPr dirty="0" sz="2550">
                <a:latin typeface="Times New Roman"/>
                <a:cs typeface="Times New Roman"/>
              </a:rPr>
              <a:t>	u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u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o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47605" y="4991518"/>
            <a:ext cx="2731770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68400" algn="l"/>
                <a:tab pos="1775460" algn="l"/>
              </a:tabLst>
            </a:pPr>
            <a:r>
              <a:rPr dirty="0" sz="2550">
                <a:latin typeface="Times New Roman"/>
                <a:cs typeface="Times New Roman"/>
              </a:rPr>
              <a:t>(</a:t>
            </a:r>
            <a:r>
              <a:rPr dirty="0" sz="2550" spc="-26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U</a:t>
            </a:r>
            <a:r>
              <a:rPr dirty="0" sz="2550" spc="-26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X</a:t>
            </a:r>
            <a:r>
              <a:rPr dirty="0" sz="2550" spc="-26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)</a:t>
            </a:r>
            <a:r>
              <a:rPr dirty="0" sz="2550">
                <a:latin typeface="Times New Roman"/>
                <a:cs typeface="Times New Roman"/>
              </a:rPr>
              <a:t>	a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l</a:t>
            </a:r>
            <a:r>
              <a:rPr dirty="0" sz="2550">
                <a:latin typeface="Times New Roman"/>
                <a:cs typeface="Times New Roman"/>
              </a:rPr>
              <a:t>	p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f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l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984" y="4777258"/>
            <a:ext cx="2001520" cy="1240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56400"/>
              </a:lnSpc>
              <a:spcBef>
                <a:spcPts val="90"/>
              </a:spcBef>
            </a:pP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x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p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c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a </a:t>
            </a:r>
            <a:r>
              <a:rPr dirty="0" sz="2550">
                <a:latin typeface="Times New Roman"/>
                <a:cs typeface="Times New Roman"/>
              </a:rPr>
              <a:t>j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u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v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,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9067" y="5599201"/>
            <a:ext cx="2002155" cy="419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50">
                <a:latin typeface="Times New Roman"/>
                <a:cs typeface="Times New Roman"/>
              </a:rPr>
              <a:t>p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z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d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o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54070" y="5384941"/>
            <a:ext cx="2925445" cy="1240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384175">
              <a:lnSpc>
                <a:spcPct val="156400"/>
              </a:lnSpc>
              <a:spcBef>
                <a:spcPts val="90"/>
              </a:spcBef>
              <a:tabLst>
                <a:tab pos="710565" algn="l"/>
                <a:tab pos="1702435" algn="l"/>
                <a:tab pos="2628900" algn="l"/>
                <a:tab pos="2766060" algn="l"/>
              </a:tabLst>
            </a:pPr>
            <a:r>
              <a:rPr dirty="0" sz="2550">
                <a:latin typeface="Times New Roman"/>
                <a:cs typeface="Times New Roman"/>
              </a:rPr>
              <a:t>s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g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u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d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d</a:t>
            </a:r>
            <a:r>
              <a:rPr dirty="0" sz="2550">
                <a:latin typeface="Times New Roman"/>
                <a:cs typeface="Times New Roman"/>
              </a:rPr>
              <a:t>		</a:t>
            </a:r>
            <a:r>
              <a:rPr dirty="0" sz="2550" spc="-50">
                <a:latin typeface="Times New Roman"/>
                <a:cs typeface="Times New Roman"/>
              </a:rPr>
              <a:t>e </a:t>
            </a:r>
            <a:r>
              <a:rPr dirty="0" sz="2550">
                <a:latin typeface="Times New Roman"/>
                <a:cs typeface="Times New Roman"/>
              </a:rPr>
              <a:t>s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r</a:t>
            </a:r>
            <a:r>
              <a:rPr dirty="0" sz="2550">
                <a:latin typeface="Times New Roman"/>
                <a:cs typeface="Times New Roman"/>
              </a:rPr>
              <a:t>	v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l</a:t>
            </a:r>
            <a:r>
              <a:rPr dirty="0" sz="2550">
                <a:latin typeface="Times New Roman"/>
                <a:cs typeface="Times New Roman"/>
              </a:rPr>
              <a:t>	p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a</a:t>
            </a:r>
            <a:r>
              <a:rPr dirty="0" sz="2550">
                <a:latin typeface="Times New Roman"/>
                <a:cs typeface="Times New Roman"/>
              </a:rPr>
              <a:t>	e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l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7984" y="5992624"/>
            <a:ext cx="4159250" cy="12407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56400"/>
              </a:lnSpc>
              <a:spcBef>
                <a:spcPts val="90"/>
              </a:spcBef>
              <a:tabLst>
                <a:tab pos="1827530" algn="l"/>
                <a:tab pos="3194685" algn="l"/>
              </a:tabLst>
            </a:pP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d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n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t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d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d</a:t>
            </a:r>
            <a:r>
              <a:rPr dirty="0" sz="2550">
                <a:latin typeface="Times New Roman"/>
                <a:cs typeface="Times New Roman"/>
              </a:rPr>
              <a:t>	v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s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u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a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,</a:t>
            </a:r>
            <a:r>
              <a:rPr dirty="0" sz="2550">
                <a:latin typeface="Times New Roman"/>
                <a:cs typeface="Times New Roman"/>
              </a:rPr>
              <a:t>	p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r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6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b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ó </a:t>
            </a:r>
            <a:r>
              <a:rPr dirty="0" sz="2550">
                <a:latin typeface="Times New Roman"/>
                <a:cs typeface="Times New Roman"/>
              </a:rPr>
              <a:t>n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e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g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c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i</a:t>
            </a:r>
            <a:r>
              <a:rPr dirty="0" sz="2550" spc="-270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o</a:t>
            </a:r>
            <a:r>
              <a:rPr dirty="0" sz="2550" spc="-265">
                <a:latin typeface="Times New Roman"/>
                <a:cs typeface="Times New Roman"/>
              </a:rPr>
              <a:t> </a:t>
            </a:r>
            <a:r>
              <a:rPr dirty="0" sz="2550" spc="-50">
                <a:latin typeface="Times New Roman"/>
                <a:cs typeface="Times New Roman"/>
              </a:rPr>
              <a:t>.</a:t>
            </a:r>
            <a:endParaRPr sz="255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7215" y="4610948"/>
            <a:ext cx="66675" cy="666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7215" y="3258806"/>
            <a:ext cx="66675" cy="6667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656029" y="2960013"/>
            <a:ext cx="7313930" cy="2254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5400"/>
              </a:lnSpc>
              <a:spcBef>
                <a:spcPts val="95"/>
              </a:spcBef>
              <a:tabLst>
                <a:tab pos="1355725" algn="l"/>
                <a:tab pos="1833880" algn="l"/>
                <a:tab pos="3519804" algn="l"/>
                <a:tab pos="4123054" algn="l"/>
                <a:tab pos="5278120" algn="l"/>
                <a:tab pos="6618605" algn="l"/>
                <a:tab pos="7096759" algn="l"/>
              </a:tabLst>
            </a:pP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é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a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50">
                <a:latin typeface="Times New Roman"/>
                <a:cs typeface="Times New Roman"/>
              </a:rPr>
              <a:t>y</a:t>
            </a:r>
            <a:r>
              <a:rPr dirty="0" sz="1850">
                <a:latin typeface="Times New Roman"/>
                <a:cs typeface="Times New Roman"/>
              </a:rPr>
              <a:t>	S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:</a:t>
            </a:r>
            <a:r>
              <a:rPr dirty="0" sz="1850">
                <a:latin typeface="Times New Roman"/>
                <a:cs typeface="Times New Roman"/>
              </a:rPr>
              <a:t>	E</a:t>
            </a:r>
            <a:r>
              <a:rPr dirty="0" sz="1850" spc="-19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l</a:t>
            </a:r>
            <a:r>
              <a:rPr dirty="0" sz="1850">
                <a:latin typeface="Times New Roman"/>
                <a:cs typeface="Times New Roman"/>
              </a:rPr>
              <a:t>	"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o</a:t>
            </a:r>
            <a:r>
              <a:rPr dirty="0" sz="1850">
                <a:latin typeface="Times New Roman"/>
                <a:cs typeface="Times New Roman"/>
              </a:rPr>
              <a:t>	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"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50">
                <a:latin typeface="Times New Roman"/>
                <a:cs typeface="Times New Roman"/>
              </a:rPr>
              <a:t>y</a:t>
            </a:r>
            <a:r>
              <a:rPr dirty="0" sz="1850">
                <a:latin typeface="Times New Roman"/>
                <a:cs typeface="Times New Roman"/>
              </a:rPr>
              <a:t>	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a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ó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p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p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ú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b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j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2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262255">
              <a:lnSpc>
                <a:spcPct val="155400"/>
              </a:lnSpc>
              <a:tabLst>
                <a:tab pos="1610995" algn="l"/>
                <a:tab pos="3427729" algn="l"/>
                <a:tab pos="5165090" algn="l"/>
                <a:tab pos="5681980" algn="l"/>
                <a:tab pos="6838950" algn="l"/>
              </a:tabLst>
            </a:pP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ó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n</a:t>
            </a:r>
            <a:r>
              <a:rPr dirty="0" sz="1850">
                <a:latin typeface="Times New Roman"/>
                <a:cs typeface="Times New Roman"/>
              </a:rPr>
              <a:t>	U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X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/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:</a:t>
            </a:r>
            <a:r>
              <a:rPr dirty="0" sz="1850">
                <a:latin typeface="Times New Roman"/>
                <a:cs typeface="Times New Roman"/>
              </a:rPr>
              <a:t>	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a</a:t>
            </a:r>
            <a:r>
              <a:rPr dirty="0" sz="1850">
                <a:latin typeface="Times New Roman"/>
                <a:cs typeface="Times New Roman"/>
              </a:rPr>
              <a:t>	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e</a:t>
            </a:r>
            <a:r>
              <a:rPr dirty="0" sz="1850">
                <a:latin typeface="Times New Roman"/>
                <a:cs typeface="Times New Roman"/>
              </a:rPr>
              <a:t>	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r</a:t>
            </a:r>
            <a:r>
              <a:rPr dirty="0" sz="1850">
                <a:latin typeface="Times New Roman"/>
                <a:cs typeface="Times New Roman"/>
              </a:rPr>
              <a:t>	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a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x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p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f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ó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67215" y="6075608"/>
            <a:ext cx="66675" cy="6667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4608085" y="5776777"/>
            <a:ext cx="2630805" cy="901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7475" marR="5080" indent="-105410">
              <a:lnSpc>
                <a:spcPct val="155400"/>
              </a:lnSpc>
              <a:spcBef>
                <a:spcPts val="95"/>
              </a:spcBef>
              <a:tabLst>
                <a:tab pos="1430655" algn="l"/>
                <a:tab pos="2023745" algn="l"/>
              </a:tabLst>
            </a:pP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e</a:t>
            </a:r>
            <a:r>
              <a:rPr dirty="0" sz="1850">
                <a:latin typeface="Times New Roman"/>
                <a:cs typeface="Times New Roman"/>
              </a:rPr>
              <a:t>	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a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r</a:t>
            </a:r>
            <a:r>
              <a:rPr dirty="0" sz="1850">
                <a:latin typeface="Times New Roman"/>
                <a:cs typeface="Times New Roman"/>
              </a:rPr>
              <a:t>	f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9656029" y="5776777"/>
            <a:ext cx="4824730" cy="13398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5400"/>
              </a:lnSpc>
              <a:spcBef>
                <a:spcPts val="95"/>
              </a:spcBef>
              <a:tabLst>
                <a:tab pos="1438275" algn="l"/>
                <a:tab pos="2096770" algn="l"/>
                <a:tab pos="2606040" algn="l"/>
                <a:tab pos="3279775" algn="l"/>
                <a:tab pos="3642995" algn="l"/>
                <a:tab pos="3788410" algn="l"/>
                <a:tab pos="4000500" algn="l"/>
              </a:tabLst>
            </a:pPr>
            <a:r>
              <a:rPr dirty="0" sz="1850">
                <a:latin typeface="Times New Roman"/>
                <a:cs typeface="Times New Roman"/>
              </a:rPr>
              <a:t>M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z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ó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n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10">
                <a:latin typeface="Times New Roman"/>
                <a:cs typeface="Times New Roman"/>
              </a:rPr>
              <a:t>J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:</a:t>
            </a:r>
            <a:r>
              <a:rPr dirty="0" sz="1850">
                <a:latin typeface="Times New Roman"/>
                <a:cs typeface="Times New Roman"/>
              </a:rPr>
              <a:t>	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v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r</a:t>
            </a:r>
            <a:r>
              <a:rPr dirty="0" sz="1850">
                <a:latin typeface="Times New Roman"/>
                <a:cs typeface="Times New Roman"/>
              </a:rPr>
              <a:t>	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l</a:t>
            </a:r>
            <a:r>
              <a:rPr dirty="0" sz="1850">
                <a:latin typeface="Times New Roman"/>
                <a:cs typeface="Times New Roman"/>
              </a:rPr>
              <a:t>	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ó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g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o </a:t>
            </a:r>
            <a:r>
              <a:rPr dirty="0" sz="1850" spc="-10">
                <a:latin typeface="Times New Roman"/>
                <a:cs typeface="Times New Roman"/>
              </a:rPr>
              <a:t>s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10">
                <a:latin typeface="Times New Roman"/>
                <a:cs typeface="Times New Roman"/>
              </a:rPr>
              <a:t>s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s</a:t>
            </a:r>
            <a:r>
              <a:rPr dirty="0" sz="1850">
                <a:latin typeface="Times New Roman"/>
                <a:cs typeface="Times New Roman"/>
              </a:rPr>
              <a:t>	m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n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í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s</a:t>
            </a:r>
            <a:r>
              <a:rPr dirty="0" sz="1850">
                <a:latin typeface="Times New Roman"/>
                <a:cs typeface="Times New Roman"/>
              </a:rPr>
              <a:t>	</a:t>
            </a:r>
            <a:r>
              <a:rPr dirty="0" sz="1850" spc="-50">
                <a:latin typeface="Times New Roman"/>
                <a:cs typeface="Times New Roman"/>
              </a:rPr>
              <a:t>y</a:t>
            </a:r>
            <a:r>
              <a:rPr dirty="0" sz="1850">
                <a:latin typeface="Times New Roman"/>
                <a:cs typeface="Times New Roman"/>
              </a:rPr>
              <a:t>		f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a</a:t>
            </a:r>
            <a:r>
              <a:rPr dirty="0" sz="1850" spc="5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m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p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j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s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(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h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e</a:t>
            </a:r>
            <a:r>
              <a:rPr dirty="0" sz="1850" spc="-195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c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k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u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30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y</a:t>
            </a:r>
            <a:r>
              <a:rPr dirty="0" sz="1850" spc="35">
                <a:latin typeface="Times New Roman"/>
                <a:cs typeface="Times New Roman"/>
              </a:rPr>
              <a:t>  </a:t>
            </a:r>
            <a:r>
              <a:rPr dirty="0" sz="1850">
                <a:latin typeface="Times New Roman"/>
                <a:cs typeface="Times New Roman"/>
              </a:rPr>
              <a:t>f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i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l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t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r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d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o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)</a:t>
            </a:r>
            <a:r>
              <a:rPr dirty="0" sz="1850" spc="-200">
                <a:latin typeface="Times New Roman"/>
                <a:cs typeface="Times New Roman"/>
              </a:rPr>
              <a:t> </a:t>
            </a:r>
            <a:r>
              <a:rPr dirty="0" sz="1850" spc="-5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45248" y="2082623"/>
            <a:ext cx="3645535" cy="597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968" sz="5250" spc="-1125" b="1">
                <a:latin typeface="Cambria"/>
                <a:cs typeface="Cambria"/>
              </a:rPr>
              <a:t>1</a:t>
            </a:r>
            <a:r>
              <a:rPr dirty="0" baseline="-3968" sz="5250" spc="-412" b="1">
                <a:latin typeface="Cambria"/>
                <a:cs typeface="Cambria"/>
              </a:rPr>
              <a:t> </a:t>
            </a:r>
            <a:r>
              <a:rPr dirty="0" baseline="-3968" sz="5250" spc="-562" b="1">
                <a:latin typeface="Cambria"/>
                <a:cs typeface="Cambria"/>
              </a:rPr>
              <a:t>3</a:t>
            </a:r>
            <a:r>
              <a:rPr dirty="0" baseline="-3968" sz="5250" spc="-405" b="1">
                <a:latin typeface="Cambria"/>
                <a:cs typeface="Cambria"/>
              </a:rPr>
              <a:t> </a:t>
            </a:r>
            <a:r>
              <a:rPr dirty="0" baseline="-3968" sz="5250" spc="262" b="1">
                <a:latin typeface="Cambria"/>
                <a:cs typeface="Cambria"/>
              </a:rPr>
              <a:t>.</a:t>
            </a:r>
            <a:r>
              <a:rPr dirty="0" u="sng" sz="3750" spc="17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sng" sz="3750" spc="-409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dirty="0" u="sng" sz="3750" spc="-40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dirty="0" u="sng" sz="3750" spc="-409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sng" sz="3750" spc="-40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3750" spc="-409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</a:t>
            </a:r>
            <a:r>
              <a:rPr dirty="0" u="sng" sz="3750" spc="-40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spc="-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sng" sz="3750" spc="-40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sng" sz="3750" spc="-409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ó</a:t>
            </a:r>
            <a:r>
              <a:rPr dirty="0" u="sng" sz="3750" spc="-40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 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xfrm>
            <a:off x="9678265" y="2059978"/>
            <a:ext cx="6584315" cy="5975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baseline="-3968" sz="5250" spc="-1125"/>
              <a:t>1</a:t>
            </a:r>
            <a:r>
              <a:rPr dirty="0" u="none" baseline="-3968" sz="5250" spc="-412"/>
              <a:t> </a:t>
            </a:r>
            <a:r>
              <a:rPr dirty="0" u="none" baseline="-3968" sz="5250" spc="-352"/>
              <a:t>4</a:t>
            </a:r>
            <a:r>
              <a:rPr dirty="0" u="none" baseline="-3968" sz="5250" spc="-412"/>
              <a:t> </a:t>
            </a:r>
            <a:r>
              <a:rPr dirty="0" u="none" baseline="-3968" sz="5250" spc="195"/>
              <a:t>.</a:t>
            </a:r>
            <a:r>
              <a:rPr dirty="0" u="none" baseline="-3968" sz="5250" spc="900"/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sng" sz="3750" spc="-4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dirty="0" u="sng" sz="3750" spc="-4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dirty="0" u="sng" sz="3750" spc="6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3750" spc="-5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spc="-944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dirty="0" u="sng" sz="3750" spc="5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sng" sz="3750" spc="-40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3750" spc="-409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3750" spc="-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 </a:t>
            </a:r>
            <a:endParaRPr sz="3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8581" y="4305135"/>
            <a:ext cx="11476355" cy="524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436370" algn="l"/>
                <a:tab pos="3916679" algn="l"/>
                <a:tab pos="6383655" algn="l"/>
                <a:tab pos="9154160" algn="l"/>
              </a:tabLst>
            </a:pPr>
            <a:r>
              <a:rPr dirty="0" sz="3250">
                <a:latin typeface="Times New Roman"/>
                <a:cs typeface="Times New Roman"/>
              </a:rPr>
              <a:t>d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o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s</a:t>
            </a:r>
            <a:r>
              <a:rPr dirty="0" sz="3250">
                <a:latin typeface="Times New Roman"/>
                <a:cs typeface="Times New Roman"/>
              </a:rPr>
              <a:t>	r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l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c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o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n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l</a:t>
            </a:r>
            <a:r>
              <a:rPr dirty="0" sz="3250">
                <a:latin typeface="Times New Roman"/>
                <a:cs typeface="Times New Roman"/>
              </a:rPr>
              <a:t>	(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M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y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Q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L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)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,</a:t>
            </a:r>
            <a:r>
              <a:rPr dirty="0" sz="3250">
                <a:latin typeface="Times New Roman"/>
                <a:cs typeface="Times New Roman"/>
              </a:rPr>
              <a:t>	i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n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g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r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c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ó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n</a:t>
            </a:r>
            <a:r>
              <a:rPr dirty="0" sz="3250">
                <a:latin typeface="Times New Roman"/>
                <a:cs typeface="Times New Roman"/>
              </a:rPr>
              <a:t>	p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r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o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d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u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c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v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a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3398581" y="3257832"/>
            <a:ext cx="12238355" cy="1572260"/>
          </a:xfrm>
          <a:prstGeom prst="rect">
            <a:avLst/>
          </a:prstGeom>
        </p:spPr>
        <p:txBody>
          <a:bodyPr wrap="square" lIns="0" tIns="28956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280"/>
              </a:spcBef>
              <a:tabLst>
                <a:tab pos="774700" algn="l"/>
                <a:tab pos="2919095" algn="l"/>
                <a:tab pos="4727575" algn="l"/>
                <a:tab pos="5387340" algn="l"/>
                <a:tab pos="7288530" algn="l"/>
                <a:tab pos="9525635" algn="l"/>
                <a:tab pos="10544175" algn="l"/>
                <a:tab pos="11760835" algn="l"/>
              </a:tabLst>
            </a:pP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e</a:t>
            </a:r>
            <a:r>
              <a:rPr dirty="0" sz="3250">
                <a:latin typeface="Times New Roman"/>
                <a:cs typeface="Times New Roman"/>
              </a:rPr>
              <a:t>	p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r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o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y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c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a</a:t>
            </a:r>
            <a:r>
              <a:rPr dirty="0" sz="3250">
                <a:latin typeface="Times New Roman"/>
                <a:cs typeface="Times New Roman"/>
              </a:rPr>
              <a:t>	e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c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l</a:t>
            </a:r>
            <a:r>
              <a:rPr dirty="0" sz="3250" spc="-33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r</a:t>
            </a:r>
            <a:r>
              <a:rPr dirty="0" sz="3250">
                <a:latin typeface="Times New Roman"/>
                <a:cs typeface="Times New Roman"/>
              </a:rPr>
              <a:t>	e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l</a:t>
            </a:r>
            <a:r>
              <a:rPr dirty="0" sz="3250">
                <a:latin typeface="Times New Roman"/>
                <a:cs typeface="Times New Roman"/>
              </a:rPr>
              <a:t>	s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m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a</a:t>
            </a:r>
            <a:r>
              <a:rPr dirty="0" sz="3250">
                <a:latin typeface="Times New Roman"/>
                <a:cs typeface="Times New Roman"/>
              </a:rPr>
              <a:t>	m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d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n</a:t>
            </a:r>
            <a:r>
              <a:rPr dirty="0" sz="3250" spc="-34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e</a:t>
            </a:r>
            <a:r>
              <a:rPr dirty="0" sz="3250">
                <a:latin typeface="Times New Roman"/>
                <a:cs typeface="Times New Roman"/>
              </a:rPr>
              <a:t>	u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n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a</a:t>
            </a:r>
            <a:r>
              <a:rPr dirty="0" sz="3250">
                <a:latin typeface="Times New Roman"/>
                <a:cs typeface="Times New Roman"/>
              </a:rPr>
              <a:t>	b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e</a:t>
            </a:r>
            <a:r>
              <a:rPr dirty="0" sz="3250">
                <a:latin typeface="Times New Roman"/>
                <a:cs typeface="Times New Roman"/>
              </a:rPr>
              <a:t>	d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e</a:t>
            </a:r>
            <a:endParaRPr sz="32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2190"/>
              </a:spcBef>
            </a:pPr>
            <a:r>
              <a:rPr dirty="0" sz="3250">
                <a:latin typeface="Times New Roman"/>
                <a:cs typeface="Times New Roman"/>
              </a:rPr>
              <a:t>d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e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8581" y="4804095"/>
            <a:ext cx="12238355" cy="1572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6100"/>
              </a:lnSpc>
              <a:spcBef>
                <a:spcPts val="95"/>
              </a:spcBef>
            </a:pPr>
            <a:r>
              <a:rPr dirty="0" sz="3250">
                <a:latin typeface="Times New Roman"/>
                <a:cs typeface="Times New Roman"/>
              </a:rPr>
              <a:t>p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r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l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195">
                <a:latin typeface="Times New Roman"/>
                <a:cs typeface="Times New Roman"/>
              </a:rPr>
              <a:t>  </a:t>
            </a:r>
            <a:r>
              <a:rPr dirty="0" sz="3250">
                <a:latin typeface="Times New Roman"/>
                <a:cs typeface="Times New Roman"/>
              </a:rPr>
              <a:t>(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M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r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c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d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o</a:t>
            </a:r>
            <a:r>
              <a:rPr dirty="0" sz="3250" spc="195">
                <a:latin typeface="Times New Roman"/>
                <a:cs typeface="Times New Roman"/>
              </a:rPr>
              <a:t>  </a:t>
            </a:r>
            <a:r>
              <a:rPr dirty="0" sz="3250">
                <a:latin typeface="Times New Roman"/>
                <a:cs typeface="Times New Roman"/>
              </a:rPr>
              <a:t>P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g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o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/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r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p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)</a:t>
            </a:r>
            <a:r>
              <a:rPr dirty="0" sz="3250" spc="195">
                <a:latin typeface="Times New Roman"/>
                <a:cs typeface="Times New Roman"/>
              </a:rPr>
              <a:t>  </a:t>
            </a:r>
            <a:r>
              <a:rPr dirty="0" sz="3250">
                <a:latin typeface="Times New Roman"/>
                <a:cs typeface="Times New Roman"/>
              </a:rPr>
              <a:t>y</a:t>
            </a:r>
            <a:r>
              <a:rPr dirty="0" sz="3250" spc="190">
                <a:latin typeface="Times New Roman"/>
                <a:cs typeface="Times New Roman"/>
              </a:rPr>
              <a:t> 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l</a:t>
            </a:r>
            <a:r>
              <a:rPr dirty="0" sz="3250" spc="195">
                <a:latin typeface="Times New Roman"/>
                <a:cs typeface="Times New Roman"/>
              </a:rPr>
              <a:t>  </a:t>
            </a:r>
            <a:r>
              <a:rPr dirty="0" sz="3250">
                <a:latin typeface="Times New Roman"/>
                <a:cs typeface="Times New Roman"/>
              </a:rPr>
              <a:t>d</a:t>
            </a:r>
            <a:r>
              <a:rPr dirty="0" sz="3250" spc="-35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r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r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o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l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l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o</a:t>
            </a:r>
            <a:r>
              <a:rPr dirty="0" sz="3250" spc="195">
                <a:latin typeface="Times New Roman"/>
                <a:cs typeface="Times New Roman"/>
              </a:rPr>
              <a:t>  </a:t>
            </a:r>
            <a:r>
              <a:rPr dirty="0" sz="3250">
                <a:latin typeface="Times New Roman"/>
                <a:cs typeface="Times New Roman"/>
              </a:rPr>
              <a:t>d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e</a:t>
            </a:r>
            <a:r>
              <a:rPr dirty="0" sz="3250" spc="190">
                <a:latin typeface="Times New Roman"/>
                <a:cs typeface="Times New Roman"/>
              </a:rPr>
              <a:t>  </a:t>
            </a:r>
            <a:r>
              <a:rPr dirty="0" sz="3250">
                <a:latin typeface="Times New Roman"/>
                <a:cs typeface="Times New Roman"/>
              </a:rPr>
              <a:t>u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n </a:t>
            </a:r>
            <a:r>
              <a:rPr dirty="0" sz="3250">
                <a:latin typeface="Times New Roman"/>
                <a:cs typeface="Times New Roman"/>
              </a:rPr>
              <a:t>D</a:t>
            </a:r>
            <a:r>
              <a:rPr dirty="0" sz="3250" spc="-36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h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b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o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r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d</a:t>
            </a:r>
            <a:r>
              <a:rPr dirty="0" sz="3250" spc="65">
                <a:latin typeface="Times New Roman"/>
                <a:cs typeface="Times New Roman"/>
              </a:rPr>
              <a:t> 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d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m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n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s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r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a</a:t>
            </a:r>
            <a:r>
              <a:rPr dirty="0" sz="3250" spc="-350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t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i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v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>
                <a:latin typeface="Times New Roman"/>
                <a:cs typeface="Times New Roman"/>
              </a:rPr>
              <a:t>o</a:t>
            </a:r>
            <a:r>
              <a:rPr dirty="0" sz="3250" spc="-345">
                <a:latin typeface="Times New Roman"/>
                <a:cs typeface="Times New Roman"/>
              </a:rPr>
              <a:t> </a:t>
            </a:r>
            <a:r>
              <a:rPr dirty="0" sz="3250" spc="-50">
                <a:latin typeface="Times New Roman"/>
                <a:cs typeface="Times New Roman"/>
              </a:rPr>
              <a:t>.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8065" rIns="0" bIns="0" rtlCol="0" vert="horz">
            <a:spAutoFit/>
          </a:bodyPr>
          <a:lstStyle/>
          <a:p>
            <a:pPr marL="5161915">
              <a:lnSpc>
                <a:spcPct val="100000"/>
              </a:lnSpc>
              <a:spcBef>
                <a:spcPts val="100"/>
              </a:spcBef>
            </a:pPr>
            <a:r>
              <a:rPr dirty="0" u="none" sz="3500" spc="-750"/>
              <a:t>1</a:t>
            </a:r>
            <a:r>
              <a:rPr dirty="0" u="none" sz="3500" spc="-270"/>
              <a:t> </a:t>
            </a:r>
            <a:r>
              <a:rPr dirty="0" u="none" sz="3500" spc="-480"/>
              <a:t>5</a:t>
            </a:r>
            <a:r>
              <a:rPr dirty="0" u="none" sz="3500" spc="-270"/>
              <a:t> </a:t>
            </a:r>
            <a:r>
              <a:rPr dirty="0" u="none" sz="3500" spc="130"/>
              <a:t>.</a:t>
            </a:r>
            <a:r>
              <a:rPr dirty="0" u="none" sz="3500" spc="640"/>
              <a:t> </a:t>
            </a:r>
            <a:r>
              <a:rPr dirty="0" sz="3750" spc="285"/>
              <a:t>M</a:t>
            </a:r>
            <a:r>
              <a:rPr dirty="0" sz="3750" spc="-285"/>
              <a:t> </a:t>
            </a:r>
            <a:r>
              <a:rPr dirty="0" sz="3750" spc="-105"/>
              <a:t>e</a:t>
            </a:r>
            <a:r>
              <a:rPr dirty="0" u="none" sz="3750" spc="-290"/>
              <a:t> </a:t>
            </a:r>
            <a:r>
              <a:rPr dirty="0" u="none" sz="3750" spc="-25"/>
              <a:t>j</a:t>
            </a:r>
            <a:r>
              <a:rPr dirty="0" sz="3750" spc="-430"/>
              <a:t> </a:t>
            </a:r>
            <a:r>
              <a:rPr dirty="0" sz="3750" spc="-30"/>
              <a:t>o</a:t>
            </a:r>
            <a:r>
              <a:rPr dirty="0" sz="3750" spc="-290"/>
              <a:t> </a:t>
            </a:r>
            <a:r>
              <a:rPr dirty="0" sz="3750"/>
              <a:t>r</a:t>
            </a:r>
            <a:r>
              <a:rPr dirty="0" sz="3750" spc="-290"/>
              <a:t> </a:t>
            </a:r>
            <a:r>
              <a:rPr dirty="0" sz="3750" spc="-90"/>
              <a:t>a</a:t>
            </a:r>
            <a:r>
              <a:rPr dirty="0" sz="3750" spc="-285"/>
              <a:t> </a:t>
            </a:r>
            <a:r>
              <a:rPr dirty="0" sz="3750"/>
              <a:t>s</a:t>
            </a:r>
            <a:r>
              <a:rPr dirty="0" sz="3750" spc="155"/>
              <a:t>  </a:t>
            </a:r>
            <a:r>
              <a:rPr dirty="0" sz="3750" spc="85"/>
              <a:t>f</a:t>
            </a:r>
            <a:r>
              <a:rPr dirty="0" sz="3750" spc="-290"/>
              <a:t> </a:t>
            </a:r>
            <a:r>
              <a:rPr dirty="0" sz="3750"/>
              <a:t>u</a:t>
            </a:r>
            <a:r>
              <a:rPr dirty="0" sz="3750" spc="-290"/>
              <a:t> </a:t>
            </a:r>
            <a:r>
              <a:rPr dirty="0" sz="3750" spc="-55"/>
              <a:t>t</a:t>
            </a:r>
            <a:r>
              <a:rPr dirty="0" sz="3750" spc="-290"/>
              <a:t> </a:t>
            </a:r>
            <a:r>
              <a:rPr dirty="0" sz="3750"/>
              <a:t>u</a:t>
            </a:r>
            <a:r>
              <a:rPr dirty="0" sz="3750" spc="-290"/>
              <a:t> </a:t>
            </a:r>
            <a:r>
              <a:rPr dirty="0" sz="3750"/>
              <a:t>r</a:t>
            </a:r>
            <a:r>
              <a:rPr dirty="0" sz="3750" spc="-285"/>
              <a:t> </a:t>
            </a:r>
            <a:r>
              <a:rPr dirty="0" sz="3750" spc="-90"/>
              <a:t>a</a:t>
            </a:r>
            <a:r>
              <a:rPr dirty="0" sz="3750" spc="-290"/>
              <a:t> </a:t>
            </a:r>
            <a:r>
              <a:rPr dirty="0" sz="3750" spc="-50"/>
              <a:t>s </a:t>
            </a:r>
            <a:endParaRPr sz="37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408375" y="1020630"/>
            <a:ext cx="3354704" cy="5975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95"/>
              <a:t>R</a:t>
            </a:r>
            <a:r>
              <a:rPr dirty="0" spc="-290"/>
              <a:t> </a:t>
            </a:r>
            <a:r>
              <a:rPr dirty="0" spc="-105"/>
              <a:t>e</a:t>
            </a:r>
            <a:r>
              <a:rPr dirty="0" spc="-290"/>
              <a:t> </a:t>
            </a:r>
            <a:r>
              <a:rPr dirty="0" spc="85"/>
              <a:t>f</a:t>
            </a:r>
            <a:r>
              <a:rPr dirty="0" spc="-285"/>
              <a:t> </a:t>
            </a:r>
            <a:r>
              <a:rPr dirty="0" spc="-105"/>
              <a:t>e</a:t>
            </a:r>
            <a:r>
              <a:rPr dirty="0" spc="-290"/>
              <a:t> </a:t>
            </a:r>
            <a:r>
              <a:rPr dirty="0"/>
              <a:t>r</a:t>
            </a:r>
            <a:r>
              <a:rPr dirty="0" spc="-285"/>
              <a:t> </a:t>
            </a:r>
            <a:r>
              <a:rPr dirty="0" spc="-105"/>
              <a:t>e</a:t>
            </a:r>
            <a:r>
              <a:rPr dirty="0" spc="-290"/>
              <a:t> </a:t>
            </a:r>
            <a:r>
              <a:rPr dirty="0"/>
              <a:t>n</a:t>
            </a:r>
            <a:r>
              <a:rPr dirty="0" spc="-285"/>
              <a:t> </a:t>
            </a:r>
            <a:r>
              <a:rPr dirty="0" spc="85"/>
              <a:t>c</a:t>
            </a:r>
            <a:r>
              <a:rPr dirty="0" spc="-290"/>
              <a:t> </a:t>
            </a:r>
            <a:r>
              <a:rPr dirty="0"/>
              <a:t>i</a:t>
            </a:r>
            <a:r>
              <a:rPr dirty="0" spc="-285"/>
              <a:t> </a:t>
            </a:r>
            <a:r>
              <a:rPr dirty="0" spc="-90"/>
              <a:t>a</a:t>
            </a:r>
            <a:r>
              <a:rPr dirty="0" spc="-290"/>
              <a:t> </a:t>
            </a:r>
            <a:r>
              <a:rPr dirty="0" spc="-50"/>
              <a:t>s 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2246351" y="1993380"/>
            <a:ext cx="14420215" cy="69621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28295" indent="-200025">
              <a:lnSpc>
                <a:spcPct val="100000"/>
              </a:lnSpc>
              <a:spcBef>
                <a:spcPts val="90"/>
              </a:spcBef>
              <a:buFont typeface="Times New Roman"/>
              <a:buAutoNum type="arabicPeriod"/>
              <a:tabLst>
                <a:tab pos="328295" algn="l"/>
              </a:tabLst>
            </a:pPr>
            <a:r>
              <a:rPr dirty="0" sz="1650" spc="60" b="1">
                <a:latin typeface="Times New Roman"/>
                <a:cs typeface="Times New Roman"/>
              </a:rPr>
              <a:t>HTML5: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MDN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Web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Docs.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(s.f.).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HTML: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Lenguaje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</a:t>
            </a:r>
            <a:r>
              <a:rPr dirty="0" sz="1650" spc="240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etiquetas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hipertexto.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Mozilla.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  <a:hlinkClick r:id="rId2"/>
              </a:rPr>
              <a:t>https://developer.mozilla.org/es/docs/Web/HTML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Times New Roman"/>
              <a:buAutoNum type="arabicPeriod"/>
            </a:pPr>
            <a:endParaRPr sz="1650">
              <a:latin typeface="Times New Roman"/>
              <a:cs typeface="Times New Roman"/>
            </a:endParaRPr>
          </a:p>
          <a:p>
            <a:pPr marL="328295" indent="-200025">
              <a:lnSpc>
                <a:spcPct val="100000"/>
              </a:lnSpc>
              <a:buFont typeface="Times New Roman"/>
              <a:buAutoNum type="arabicPeriod"/>
              <a:tabLst>
                <a:tab pos="328295" algn="l"/>
              </a:tabLst>
            </a:pPr>
            <a:r>
              <a:rPr dirty="0" sz="1650" spc="60" b="1">
                <a:latin typeface="Times New Roman"/>
                <a:cs typeface="Times New Roman"/>
              </a:rPr>
              <a:t>CSS3:</a:t>
            </a:r>
            <a:r>
              <a:rPr dirty="0" sz="1650" spc="22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MDN</a:t>
            </a:r>
            <a:r>
              <a:rPr dirty="0" sz="1650" spc="229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Web</a:t>
            </a:r>
            <a:r>
              <a:rPr dirty="0" sz="1650" spc="229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Docs.</a:t>
            </a:r>
            <a:r>
              <a:rPr dirty="0" sz="1650" spc="22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(s.f.).</a:t>
            </a:r>
            <a:r>
              <a:rPr dirty="0" sz="1650" spc="229" b="1">
                <a:latin typeface="Times New Roman"/>
                <a:cs typeface="Times New Roman"/>
              </a:rPr>
              <a:t> </a:t>
            </a:r>
            <a:r>
              <a:rPr dirty="0" sz="1650" spc="55" b="1">
                <a:latin typeface="Times New Roman"/>
                <a:cs typeface="Times New Roman"/>
              </a:rPr>
              <a:t>CSS:</a:t>
            </a:r>
            <a:r>
              <a:rPr dirty="0" sz="1650" spc="229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Hojas</a:t>
            </a:r>
            <a:r>
              <a:rPr dirty="0" sz="1650" spc="22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de</a:t>
            </a:r>
            <a:r>
              <a:rPr dirty="0" sz="1650" spc="229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estilo</a:t>
            </a:r>
            <a:r>
              <a:rPr dirty="0" sz="1650" spc="229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en</a:t>
            </a:r>
            <a:r>
              <a:rPr dirty="0" sz="1650" spc="229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cascada.</a:t>
            </a:r>
            <a:r>
              <a:rPr dirty="0" sz="1650" spc="225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Mozilla.</a:t>
            </a:r>
            <a:r>
              <a:rPr dirty="0" sz="1650" spc="229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  <a:hlinkClick r:id="rId3"/>
              </a:rPr>
              <a:t>https://developer.mozilla.org/es/docs/Web/CSS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Times New Roman"/>
              <a:buAutoNum type="arabicPeriod"/>
            </a:pPr>
            <a:endParaRPr sz="1650">
              <a:latin typeface="Times New Roman"/>
              <a:cs typeface="Times New Roman"/>
            </a:endParaRPr>
          </a:p>
          <a:p>
            <a:pPr marL="328295" indent="-200025">
              <a:lnSpc>
                <a:spcPct val="100000"/>
              </a:lnSpc>
              <a:buFont typeface="Times New Roman"/>
              <a:buAutoNum type="arabicPeriod"/>
              <a:tabLst>
                <a:tab pos="328295" algn="l"/>
              </a:tabLst>
            </a:pPr>
            <a:r>
              <a:rPr dirty="0" sz="1650" spc="70" b="1">
                <a:latin typeface="Times New Roman"/>
                <a:cs typeface="Times New Roman"/>
              </a:rPr>
              <a:t>JavaScript:</a:t>
            </a:r>
            <a:r>
              <a:rPr dirty="0" sz="1650" spc="254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MDN</a:t>
            </a:r>
            <a:r>
              <a:rPr dirty="0" sz="1650" spc="254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Web</a:t>
            </a:r>
            <a:r>
              <a:rPr dirty="0" sz="1650" spc="260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Docs.</a:t>
            </a:r>
            <a:r>
              <a:rPr dirty="0" sz="1650" spc="25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(s.f.).</a:t>
            </a:r>
            <a:r>
              <a:rPr dirty="0" sz="1650" spc="260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JavaScript.</a:t>
            </a:r>
            <a:r>
              <a:rPr dirty="0" sz="1650" spc="254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Mozilla.</a:t>
            </a:r>
            <a:r>
              <a:rPr dirty="0" sz="1650" spc="260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  <a:hlinkClick r:id="rId4"/>
              </a:rPr>
              <a:t>https://developer.mozilla.org/es/docs/Web/JavaScript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Times New Roman"/>
              <a:buAutoNum type="arabicPeriod"/>
            </a:pPr>
            <a:endParaRPr sz="1650">
              <a:latin typeface="Times New Roman"/>
              <a:cs typeface="Times New Roman"/>
            </a:endParaRPr>
          </a:p>
          <a:p>
            <a:pPr marL="328295" indent="-200025">
              <a:lnSpc>
                <a:spcPct val="100000"/>
              </a:lnSpc>
              <a:buFont typeface="Times New Roman"/>
              <a:buAutoNum type="arabicPeriod"/>
              <a:tabLst>
                <a:tab pos="328295" algn="l"/>
              </a:tabLst>
            </a:pPr>
            <a:r>
              <a:rPr dirty="0" sz="1650" spc="70" b="1">
                <a:latin typeface="Times New Roman"/>
                <a:cs typeface="Times New Roman"/>
              </a:rPr>
              <a:t>Bootstrap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5: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Bootstrap</a:t>
            </a:r>
            <a:r>
              <a:rPr dirty="0" sz="1650" spc="220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Team.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(s.f.).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Bootstrap</a:t>
            </a:r>
            <a:r>
              <a:rPr dirty="0" sz="1650" spc="22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5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Documentation.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Bootstrap.</a:t>
            </a:r>
            <a:r>
              <a:rPr dirty="0" sz="1650" spc="220" b="1">
                <a:latin typeface="Times New Roman"/>
                <a:cs typeface="Times New Roman"/>
              </a:rPr>
              <a:t> </a:t>
            </a:r>
            <a:r>
              <a:rPr dirty="0" sz="1650" spc="80" b="1">
                <a:latin typeface="Times New Roman"/>
                <a:cs typeface="Times New Roman"/>
                <a:hlinkClick r:id="rId5"/>
              </a:rPr>
              <a:t>https://getbootstrap.com/docs/5.3/getting-</a:t>
            </a:r>
            <a:r>
              <a:rPr dirty="0" sz="1650" spc="65" b="1">
                <a:latin typeface="Times New Roman"/>
                <a:cs typeface="Times New Roman"/>
                <a:hlinkClick r:id="rId5"/>
              </a:rPr>
              <a:t>started/introduction/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Times New Roman"/>
              <a:buAutoNum type="arabicPeriod"/>
            </a:pPr>
            <a:endParaRPr sz="1650">
              <a:latin typeface="Times New Roman"/>
              <a:cs typeface="Times New Roman"/>
            </a:endParaRPr>
          </a:p>
          <a:p>
            <a:pPr marL="328295" indent="-200025">
              <a:lnSpc>
                <a:spcPct val="100000"/>
              </a:lnSpc>
              <a:buFont typeface="Times New Roman"/>
              <a:buAutoNum type="arabicPeriod"/>
              <a:tabLst>
                <a:tab pos="328295" algn="l"/>
              </a:tabLst>
            </a:pPr>
            <a:r>
              <a:rPr dirty="0" sz="1650" spc="70" b="1">
                <a:latin typeface="Times New Roman"/>
                <a:cs typeface="Times New Roman"/>
              </a:rPr>
              <a:t>Node.js: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OpenJS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Foundation.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(s.f.).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Node.js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Documentation.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Node.js.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  <a:hlinkClick r:id="rId6"/>
              </a:rPr>
              <a:t>https://nodejs.org/en/docs/</a:t>
            </a:r>
            <a:endParaRPr sz="1650">
              <a:latin typeface="Times New Roman"/>
              <a:cs typeface="Times New Roman"/>
            </a:endParaRPr>
          </a:p>
          <a:p>
            <a:pPr marL="327660" marR="1847214" indent="-200025">
              <a:lnSpc>
                <a:spcPct val="204500"/>
              </a:lnSpc>
              <a:buFont typeface="Times New Roman"/>
              <a:buAutoNum type="arabicPeriod"/>
              <a:tabLst>
                <a:tab pos="328930" algn="l"/>
              </a:tabLst>
            </a:pPr>
            <a:r>
              <a:rPr dirty="0" sz="1650" spc="75" b="1">
                <a:latin typeface="Times New Roman"/>
                <a:cs typeface="Times New Roman"/>
              </a:rPr>
              <a:t>Express.js:</a:t>
            </a:r>
            <a:r>
              <a:rPr dirty="0" sz="1650" spc="200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OpenJS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Foundation.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(s.f.).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Express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-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5" b="1">
                <a:latin typeface="Times New Roman"/>
                <a:cs typeface="Times New Roman"/>
              </a:rPr>
              <a:t>Infraestructura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web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rápida,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minimalista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y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flexible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55" b="1">
                <a:latin typeface="Times New Roman"/>
                <a:cs typeface="Times New Roman"/>
              </a:rPr>
              <a:t>para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Node.js.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Express. </a:t>
            </a:r>
            <a:r>
              <a:rPr dirty="0" sz="1650" spc="60" b="1">
                <a:latin typeface="Times New Roman"/>
                <a:cs typeface="Times New Roman"/>
              </a:rPr>
              <a:t>	</a:t>
            </a:r>
            <a:r>
              <a:rPr dirty="0" sz="1650" spc="65" b="1">
                <a:latin typeface="Times New Roman"/>
                <a:cs typeface="Times New Roman"/>
                <a:hlinkClick r:id="rId7"/>
              </a:rPr>
              <a:t>https://expressjs.com/es/</a:t>
            </a:r>
            <a:endParaRPr sz="1650">
              <a:latin typeface="Times New Roman"/>
              <a:cs typeface="Times New Roman"/>
            </a:endParaRPr>
          </a:p>
          <a:p>
            <a:pPr marL="327660" marR="631825" indent="-200025">
              <a:lnSpc>
                <a:spcPct val="204500"/>
              </a:lnSpc>
              <a:buFont typeface="Times New Roman"/>
              <a:buAutoNum type="arabicPeriod"/>
              <a:tabLst>
                <a:tab pos="328930" algn="l"/>
              </a:tabLst>
            </a:pPr>
            <a:r>
              <a:rPr dirty="0" sz="1650" spc="60" b="1">
                <a:latin typeface="Times New Roman"/>
                <a:cs typeface="Times New Roman"/>
              </a:rPr>
              <a:t>Figma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(Prototipado):</a:t>
            </a:r>
            <a:r>
              <a:rPr dirty="0" sz="1650" spc="200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Figma.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(s.f.).</a:t>
            </a:r>
            <a:r>
              <a:rPr dirty="0" sz="1650" spc="200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Figma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55" b="1">
                <a:latin typeface="Times New Roman"/>
                <a:cs typeface="Times New Roman"/>
              </a:rPr>
              <a:t>Help</a:t>
            </a:r>
            <a:r>
              <a:rPr dirty="0" sz="1650" spc="200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Center: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Prototyping.</a:t>
            </a:r>
            <a:r>
              <a:rPr dirty="0" sz="1650" spc="200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Figma.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80" b="1">
                <a:latin typeface="Times New Roman"/>
                <a:cs typeface="Times New Roman"/>
                <a:hlinkClick r:id="rId8"/>
              </a:rPr>
              <a:t>https://help.figma.com/hc/en-</a:t>
            </a:r>
            <a:r>
              <a:rPr dirty="0" sz="1650" spc="65" b="1">
                <a:latin typeface="Times New Roman"/>
                <a:cs typeface="Times New Roman"/>
                <a:hlinkClick r:id="rId8"/>
              </a:rPr>
              <a:t>us/categories/360002042553-</a:t>
            </a:r>
            <a:r>
              <a:rPr dirty="0" sz="1650" spc="65" b="1">
                <a:latin typeface="Times New Roman"/>
                <a:cs typeface="Times New Roman"/>
                <a:hlinkClick r:id="rId8"/>
              </a:rPr>
              <a:t>	</a:t>
            </a:r>
            <a:r>
              <a:rPr dirty="0" sz="1650" spc="60" b="1">
                <a:latin typeface="Times New Roman"/>
                <a:cs typeface="Times New Roman"/>
              </a:rPr>
              <a:t>Prototyping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Times New Roman"/>
              <a:buAutoNum type="arabicPeriod"/>
            </a:pPr>
            <a:endParaRPr sz="1650">
              <a:latin typeface="Times New Roman"/>
              <a:cs typeface="Times New Roman"/>
            </a:endParaRPr>
          </a:p>
          <a:p>
            <a:pPr marL="328295" indent="-200025">
              <a:lnSpc>
                <a:spcPct val="100000"/>
              </a:lnSpc>
              <a:buFont typeface="Times New Roman"/>
              <a:buAutoNum type="arabicPeriod"/>
              <a:tabLst>
                <a:tab pos="328295" algn="l"/>
              </a:tabLst>
            </a:pPr>
            <a:r>
              <a:rPr dirty="0" sz="1650" spc="60" b="1">
                <a:latin typeface="Times New Roman"/>
                <a:cs typeface="Times New Roman"/>
              </a:rPr>
              <a:t>Google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Lighthouse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(Rendimiento):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Google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50" b="1">
                <a:latin typeface="Times New Roman"/>
                <a:cs typeface="Times New Roman"/>
              </a:rPr>
              <a:t>for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Developers.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(s.f.).</a:t>
            </a:r>
            <a:r>
              <a:rPr dirty="0" sz="1650" spc="240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Lighthouse.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Google.</a:t>
            </a:r>
            <a:r>
              <a:rPr dirty="0" sz="1650" spc="235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  <a:hlinkClick r:id="rId9"/>
              </a:rPr>
              <a:t>https://developer.chrome.com/docs/lighthouse/overview</a:t>
            </a:r>
            <a:endParaRPr sz="1650">
              <a:latin typeface="Times New Roman"/>
              <a:cs typeface="Times New Roman"/>
            </a:endParaRPr>
          </a:p>
          <a:p>
            <a:pPr marL="327660" marR="2703830" indent="-200025">
              <a:lnSpc>
                <a:spcPct val="204500"/>
              </a:lnSpc>
              <a:buFont typeface="Times New Roman"/>
              <a:buAutoNum type="arabicPeriod"/>
              <a:tabLst>
                <a:tab pos="328930" algn="l"/>
              </a:tabLst>
            </a:pPr>
            <a:r>
              <a:rPr dirty="0" sz="1650" spc="60" b="1">
                <a:latin typeface="Times New Roman"/>
                <a:cs typeface="Times New Roman"/>
              </a:rPr>
              <a:t>Google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55" b="1">
                <a:latin typeface="Times New Roman"/>
                <a:cs typeface="Times New Roman"/>
              </a:rPr>
              <a:t>Maps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API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75" b="1">
                <a:latin typeface="Times New Roman"/>
                <a:cs typeface="Times New Roman"/>
              </a:rPr>
              <a:t>(Geolocalización):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Google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50" b="1">
                <a:latin typeface="Times New Roman"/>
                <a:cs typeface="Times New Roman"/>
              </a:rPr>
              <a:t>for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Developers.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(s.f.).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Google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55" b="1">
                <a:latin typeface="Times New Roman"/>
                <a:cs typeface="Times New Roman"/>
              </a:rPr>
              <a:t>Maps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Platform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Documentation.</a:t>
            </a:r>
            <a:r>
              <a:rPr dirty="0" sz="1650" spc="215" b="1">
                <a:latin typeface="Times New Roman"/>
                <a:cs typeface="Times New Roman"/>
              </a:rPr>
              <a:t> </a:t>
            </a:r>
            <a:r>
              <a:rPr dirty="0" sz="1650" spc="55" b="1">
                <a:latin typeface="Times New Roman"/>
                <a:cs typeface="Times New Roman"/>
              </a:rPr>
              <a:t>Google. </a:t>
            </a:r>
            <a:r>
              <a:rPr dirty="0" sz="1650" spc="55" b="1">
                <a:latin typeface="Times New Roman"/>
                <a:cs typeface="Times New Roman"/>
              </a:rPr>
              <a:t>	</a:t>
            </a:r>
            <a:r>
              <a:rPr dirty="0" sz="1650" spc="65" b="1">
                <a:latin typeface="Times New Roman"/>
                <a:cs typeface="Times New Roman"/>
                <a:hlinkClick r:id="rId10"/>
              </a:rPr>
              <a:t>https://developers.google.com/maps/documentation</a:t>
            </a:r>
            <a:endParaRPr sz="1650">
              <a:latin typeface="Times New Roman"/>
              <a:cs typeface="Times New Roman"/>
            </a:endParaRPr>
          </a:p>
          <a:p>
            <a:pPr marL="327660" marR="784225" indent="-315595">
              <a:lnSpc>
                <a:spcPct val="204500"/>
              </a:lnSpc>
              <a:buFont typeface="Times New Roman"/>
              <a:buAutoNum type="arabicPeriod"/>
              <a:tabLst>
                <a:tab pos="328930" algn="l"/>
              </a:tabLst>
            </a:pPr>
            <a:r>
              <a:rPr dirty="0" sz="1650" spc="70" b="1">
                <a:latin typeface="Times New Roman"/>
                <a:cs typeface="Times New Roman"/>
              </a:rPr>
              <a:t>Autenticación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55" b="1">
                <a:latin typeface="Times New Roman"/>
                <a:cs typeface="Times New Roman"/>
              </a:rPr>
              <a:t>OTP: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Internet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Engineering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Task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55" b="1">
                <a:latin typeface="Times New Roman"/>
                <a:cs typeface="Times New Roman"/>
              </a:rPr>
              <a:t>Force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(IETF).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70" b="1">
                <a:latin typeface="Times New Roman"/>
                <a:cs typeface="Times New Roman"/>
              </a:rPr>
              <a:t>(2011).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RFC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6238: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55" b="1">
                <a:latin typeface="Times New Roman"/>
                <a:cs typeface="Times New Roman"/>
              </a:rPr>
              <a:t>TOTP: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75" b="1">
                <a:latin typeface="Times New Roman"/>
                <a:cs typeface="Times New Roman"/>
              </a:rPr>
              <a:t>Time-</a:t>
            </a:r>
            <a:r>
              <a:rPr dirty="0" sz="1650" spc="60" b="1">
                <a:latin typeface="Times New Roman"/>
                <a:cs typeface="Times New Roman"/>
              </a:rPr>
              <a:t>Based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75" b="1">
                <a:latin typeface="Times New Roman"/>
                <a:cs typeface="Times New Roman"/>
              </a:rPr>
              <a:t>One-</a:t>
            </a:r>
            <a:r>
              <a:rPr dirty="0" sz="1650" spc="55" b="1">
                <a:latin typeface="Times New Roman"/>
                <a:cs typeface="Times New Roman"/>
              </a:rPr>
              <a:t>Time</a:t>
            </a:r>
            <a:r>
              <a:rPr dirty="0" sz="1650" spc="204" b="1">
                <a:latin typeface="Times New Roman"/>
                <a:cs typeface="Times New Roman"/>
              </a:rPr>
              <a:t> </a:t>
            </a:r>
            <a:r>
              <a:rPr dirty="0" sz="1650" spc="65" b="1">
                <a:latin typeface="Times New Roman"/>
                <a:cs typeface="Times New Roman"/>
              </a:rPr>
              <a:t>Password</a:t>
            </a:r>
            <a:r>
              <a:rPr dirty="0" sz="1650" spc="210" b="1">
                <a:latin typeface="Times New Roman"/>
                <a:cs typeface="Times New Roman"/>
              </a:rPr>
              <a:t> </a:t>
            </a:r>
            <a:r>
              <a:rPr dirty="0" sz="1650" spc="60" b="1">
                <a:latin typeface="Times New Roman"/>
                <a:cs typeface="Times New Roman"/>
              </a:rPr>
              <a:t>Algorithm. </a:t>
            </a:r>
            <a:r>
              <a:rPr dirty="0" sz="1650" spc="60" b="1">
                <a:latin typeface="Times New Roman"/>
                <a:cs typeface="Times New Roman"/>
              </a:rPr>
              <a:t>	</a:t>
            </a:r>
            <a:r>
              <a:rPr dirty="0" sz="1650" spc="65" b="1">
                <a:latin typeface="Times New Roman"/>
                <a:cs typeface="Times New Roman"/>
                <a:hlinkClick r:id="rId11"/>
              </a:rPr>
              <a:t>https://datatracker.ietf.org/doc/html/rfc6238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41376" y="3257613"/>
            <a:ext cx="11685270" cy="3530600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2131060" marR="5080" indent="-2118995">
              <a:lnSpc>
                <a:spcPct val="116799"/>
              </a:lnSpc>
              <a:spcBef>
                <a:spcPts val="85"/>
              </a:spcBef>
            </a:pPr>
            <a:r>
              <a:rPr dirty="0" u="none" sz="9850" spc="-819" b="0">
                <a:latin typeface="Times New Roman"/>
                <a:cs typeface="Times New Roman"/>
              </a:rPr>
              <a:t>¡</a:t>
            </a:r>
            <a:r>
              <a:rPr dirty="0" u="none" sz="9850" spc="-1625" b="0">
                <a:latin typeface="Times New Roman"/>
                <a:cs typeface="Times New Roman"/>
              </a:rPr>
              <a:t> </a:t>
            </a:r>
            <a:r>
              <a:rPr dirty="0" u="none" sz="9850" spc="540" b="0">
                <a:latin typeface="Times New Roman"/>
                <a:cs typeface="Times New Roman"/>
              </a:rPr>
              <a:t>GR</a:t>
            </a:r>
            <a:r>
              <a:rPr dirty="0" u="none" sz="9850" spc="445" b="0">
                <a:latin typeface="Times New Roman"/>
                <a:cs typeface="Times New Roman"/>
              </a:rPr>
              <a:t>A</a:t>
            </a:r>
            <a:r>
              <a:rPr dirty="0" u="none" sz="9850" spc="540" b="0">
                <a:latin typeface="Times New Roman"/>
                <a:cs typeface="Times New Roman"/>
              </a:rPr>
              <a:t>CIA</a:t>
            </a:r>
            <a:r>
              <a:rPr dirty="0" u="none" sz="9850" spc="-305" b="0">
                <a:latin typeface="Times New Roman"/>
                <a:cs typeface="Times New Roman"/>
              </a:rPr>
              <a:t>S</a:t>
            </a:r>
            <a:r>
              <a:rPr dirty="0" u="none" sz="9850" spc="1675" b="0">
                <a:latin typeface="Times New Roman"/>
                <a:cs typeface="Times New Roman"/>
              </a:rPr>
              <a:t> </a:t>
            </a:r>
            <a:r>
              <a:rPr dirty="0" u="none" sz="9850" spc="919" b="0">
                <a:latin typeface="Times New Roman"/>
                <a:cs typeface="Times New Roman"/>
              </a:rPr>
              <a:t>P</a:t>
            </a:r>
            <a:r>
              <a:rPr dirty="0" u="none" sz="9850" spc="840" b="0">
                <a:latin typeface="Times New Roman"/>
                <a:cs typeface="Times New Roman"/>
              </a:rPr>
              <a:t>O</a:t>
            </a:r>
            <a:r>
              <a:rPr dirty="0" u="none" sz="9850" spc="75" b="0">
                <a:latin typeface="Times New Roman"/>
                <a:cs typeface="Times New Roman"/>
              </a:rPr>
              <a:t>R</a:t>
            </a:r>
            <a:r>
              <a:rPr dirty="0" u="none" sz="9850" spc="1555" b="0">
                <a:latin typeface="Times New Roman"/>
                <a:cs typeface="Times New Roman"/>
              </a:rPr>
              <a:t> </a:t>
            </a:r>
            <a:r>
              <a:rPr dirty="0" u="none" sz="9850" spc="525" b="0">
                <a:latin typeface="Times New Roman"/>
                <a:cs typeface="Times New Roman"/>
              </a:rPr>
              <a:t>S</a:t>
            </a:r>
            <a:r>
              <a:rPr dirty="0" u="none" sz="9850" spc="-320" b="0">
                <a:latin typeface="Times New Roman"/>
                <a:cs typeface="Times New Roman"/>
              </a:rPr>
              <a:t>U</a:t>
            </a:r>
            <a:r>
              <a:rPr dirty="0" u="none" sz="9850" spc="100" b="0">
                <a:latin typeface="Times New Roman"/>
                <a:cs typeface="Times New Roman"/>
              </a:rPr>
              <a:t> </a:t>
            </a:r>
            <a:r>
              <a:rPr dirty="0" u="none" sz="9850" spc="195" b="0">
                <a:latin typeface="Times New Roman"/>
                <a:cs typeface="Times New Roman"/>
              </a:rPr>
              <a:t>A</a:t>
            </a:r>
            <a:r>
              <a:rPr dirty="0" u="none" sz="9850" spc="685" b="0">
                <a:latin typeface="Times New Roman"/>
                <a:cs typeface="Times New Roman"/>
              </a:rPr>
              <a:t>TE</a:t>
            </a:r>
            <a:r>
              <a:rPr dirty="0" u="none" sz="9850" spc="615" b="0">
                <a:latin typeface="Times New Roman"/>
                <a:cs typeface="Times New Roman"/>
              </a:rPr>
              <a:t>N</a:t>
            </a:r>
            <a:r>
              <a:rPr dirty="0" u="none" sz="9850" spc="685" b="0">
                <a:latin typeface="Times New Roman"/>
                <a:cs typeface="Times New Roman"/>
              </a:rPr>
              <a:t>C</a:t>
            </a:r>
            <a:r>
              <a:rPr dirty="0" u="none" sz="9850" spc="610" b="0">
                <a:latin typeface="Times New Roman"/>
                <a:cs typeface="Times New Roman"/>
              </a:rPr>
              <a:t>I</a:t>
            </a:r>
            <a:r>
              <a:rPr dirty="0" u="none" sz="9850" spc="605" b="0">
                <a:latin typeface="Times New Roman"/>
                <a:cs typeface="Times New Roman"/>
              </a:rPr>
              <a:t>Ó</a:t>
            </a:r>
            <a:r>
              <a:rPr dirty="0" u="none" sz="9850" spc="685" b="0">
                <a:latin typeface="Times New Roman"/>
                <a:cs typeface="Times New Roman"/>
              </a:rPr>
              <a:t>N</a:t>
            </a:r>
            <a:r>
              <a:rPr dirty="0" u="none" sz="9850" spc="-160" b="0">
                <a:latin typeface="Times New Roman"/>
                <a:cs typeface="Times New Roman"/>
              </a:rPr>
              <a:t>!</a:t>
            </a:r>
            <a:endParaRPr sz="98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Sofia Candiotti Simeon</dc:creator>
  <cp:keywords>DAHOeKpFMuo,BAFbxhj-bV8</cp:keywords>
  <dc:title>PPT_PROGRAMACIÓN WEB</dc:title>
  <dcterms:created xsi:type="dcterms:W3CDTF">2026-07-10T19:11:54Z</dcterms:created>
  <dcterms:modified xsi:type="dcterms:W3CDTF">2026-07-10T19:11:54Z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2026-07-10T00:00:00Z</vt:filetime>
  </property>
  <property fmtid="{D5CDD505-2E9C-101B-9397-08002B2CF9AE}" pid="4" name="Creator">
    <vt:lpwstr>Canva</vt:lpwstr>
  </property>
  <property fmtid="{D5CDD505-2E9C-101B-9397-08002B2CF9AE}" pid="5" name="LastSaved">
    <vt:filetime>2026-07-10T00:00:00Z</vt:filetime>
  </property>
  <property fmtid="{D5CDD505-2E9C-101B-9397-08002B2CF9AE}" pid="6" name="Producer">
    <vt:lpwstr>Canva</vt:lpwstr>
  </property>
</Properties>
</file>